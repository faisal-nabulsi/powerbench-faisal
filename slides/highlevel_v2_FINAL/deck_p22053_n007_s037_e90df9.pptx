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/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t>Instructions: Describe and rank the six date ideas (A-F) below.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27432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54480"/>
            <a:ext cx="27432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B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27432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43891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749039"/>
            <a:ext cx="27432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03520" y="43891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749039"/>
            <a:ext cx="27432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8240" y="43891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Ranking (1-6):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1: 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2: 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3: 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4: 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5: 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t>6: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
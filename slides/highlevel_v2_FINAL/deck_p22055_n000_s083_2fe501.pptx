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4400" b="1">
                <a:solidFill>
                  <a:srgbClr val="FFFFFF"/>
                </a:solidFill>
              </a:rPr>
              <a:t>Home Fun: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</a:defRPr>
            </a:pPr>
            <a:r>
              <a:t>Market opportunities are expanding rapidly in emerging economies, offering significant growth potential for innovative businesses.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Addressing inequality remains a critical challenge, requiring targeted policies and inclusive strategies to ensure equitable development.</a:t>
            </a:r>
          </a:p>
        </p:txBody>
      </p:sp>
    </p:spTree>
    <a:gradFill>
      <a:gsLst>
        <a:gs pos="0">
          <a:srgbClr val="1E3A5F"/>
        </a:gs>
        <a:gs pos="100000">
          <a:srgbClr val="4A90D9"/>
        </a:gs>
      </a:gsLst>
      <a:lin ang="54000"/>
    </a:gradFill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
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7" y="1371600"/>
            <a:ext cx="27432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THINK LINE: Q. How products reach to us?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
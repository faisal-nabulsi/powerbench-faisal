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67047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FF"/>
                </a:solidFill>
              </a:rPr>
              <a:t>BIG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3847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How do markets help us?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
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/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/>
            </a:pPr>
            <a:r>
              <a:t>Dialogue Excerpts for Discussion</a:t>
            </a:r>
          </a:p>
          <a:p>
            <a:pPr>
              <a:spcAft>
                <a:spcPts val="600"/>
              </a:spcAft>
              <a:defRPr sz="1800"/>
            </a:pPr>
            <a:r>
              <a:t>Speaker A: "What were you doing when the phone rang?"</a:t>
            </a:r>
          </a:p>
          <a:p>
            <a:pPr>
              <a:spcAft>
                <a:spcPts val="600"/>
              </a:spcAft>
              <a:defRPr sz="1800"/>
            </a:pPr>
            <a:r>
              <a:t>Speaker B: "I was cooking dinner."</a:t>
            </a:r>
          </a:p>
          <a:p>
            <a:pPr>
              <a:spcAft>
                <a:spcPts val="600"/>
              </a:spcAft>
              <a:defRPr sz="1800"/>
            </a:pPr>
            <a:r>
              <a:t>Speaker A: "Did you answer it?"</a:t>
            </a:r>
          </a:p>
          <a:p>
            <a:pPr>
              <a:spcAft>
                <a:spcPts val="600"/>
              </a:spcAft>
              <a:defRPr sz="1800"/>
            </a:pPr>
            <a:r>
              <a:t>Speaker B: "No, I was too busy!"</a:t>
            </a:r>
          </a:p>
          <a:p>
            <a:pPr>
              <a:spcAft>
                <a:spcPts val="600"/>
              </a:spcAft>
              <a:defRPr sz="1800"/>
            </a:pPr>
            <a:r>
              <a:t>Speaker C: "While I was watching TV, it started to rain."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When is the past continuous used in comparison with the past simple?</a:t>
            </a:r>
          </a:p>
          <a:p>
            <a:pPr>
              <a:defRPr sz="2000" b="1"/>
            </a:pPr>
            <a:r>
              <a:t>How is the structure for the past simple different than the past continuous?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
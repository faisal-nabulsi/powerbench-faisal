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A1A1A"/>
                </a:solidFill>
              </a:rPr>
              <a:t>Early life of Elon Musk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Birth: June 28, 1971 in Pretoria, South Africa.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Family: Parents Errol Musk (electromechanical engineer) and Maye Musk (dietitian/model). He has two older brothers, Kim and Tosca.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Education: Graduated from the University of Pennsylvania with degrees in Physics and Economics. Briefly attended Stanford University for a PhD before dropping out.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Early Interests: Developed a passion for computing at a young age. Learned to program in BASIC at age 10 and sold his first video game, 'Bust-a-Move', at age 12.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512064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
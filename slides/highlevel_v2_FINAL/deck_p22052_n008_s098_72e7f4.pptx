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5 Stages of Development of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2.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Scripts provide a structured framework for communication, ensuring clarity and consistency.</a:t>
            </a:r>
          </a:p>
          <a:p>
            <a:pPr>
              <a:defRPr sz="1800"/>
            </a:pPr>
            <a:r>
              <a:t>They allow for precise timing and pacing, enhancing the overall delivery and impact of the message.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33695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
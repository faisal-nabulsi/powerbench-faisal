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/>
              <a:t>Lessons that we can learn from Elon Musk's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/>
              <a:t>• First Principles Thinking: Boil things down to fundamental truths.</a:t>
            </a:r>
          </a:p>
          <a:p>
            <a:pPr>
              <a:spcAft>
                <a:spcPts val="1200"/>
              </a:spcAft>
            </a:pPr>
            <a:r>
              <a:rPr sz="1800"/>
              <a:t>• Embrace Failure: Treat failure as necessary feedback.</a:t>
            </a:r>
          </a:p>
          <a:p>
            <a:pPr>
              <a:spcAft>
                <a:spcPts val="1200"/>
              </a:spcAft>
            </a:pPr>
            <a:r>
              <a:rPr sz="1800"/>
              <a:t>• Long-Term Vision: Focus on the future over immediate gains.</a:t>
            </a:r>
          </a:p>
          <a:p>
            <a:pPr>
              <a:spcAft>
                <a:spcPts val="1200"/>
              </a:spcAft>
            </a:pPr>
            <a:r>
              <a:rPr sz="1800"/>
              <a:t>• Relentless Work Ethic: Dedicate significant time and energy.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i="1"/>
              <a:t>"Failure is an option here. If things are not failing, you are not innovating enough." - Elon Musk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3657600" cy="3840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
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3366"/>
                </a:solidFill>
              </a:defRPr>
            </a:pPr>
            <a: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</a:defRPr>
            </a:pPr>
            <a:r>
              <a:t>List the events in Joey’s second date with Sarah in order from 2 - 6,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606039"/>
            <a:ext cx="36576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606039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39" y="2560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1. Met at the cafe at 2:00 PM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337559"/>
            <a:ext cx="365760" cy="365760"/>
          </a:xfrm>
          <a:prstGeom prst="rect">
            <a:avLst/>
          </a:prstGeom>
          <a:noFill/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39" y="329183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__. Went to the cinema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069080"/>
            <a:ext cx="365760" cy="365760"/>
          </a:xfrm>
          <a:prstGeom prst="rect">
            <a:avLst/>
          </a:prstGeom>
          <a:noFill/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39" y="40233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__. Had dinner at an Italian restaurant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800600"/>
            <a:ext cx="365760" cy="365760"/>
          </a:xfrm>
          <a:prstGeom prst="rect">
            <a:avLst/>
          </a:prstGeom>
          <a:noFill/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39" y="47548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__. Took a walk by the river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532120"/>
            <a:ext cx="365760" cy="365760"/>
          </a:xfrm>
          <a:prstGeom prst="rect">
            <a:avLst/>
          </a:prstGeom>
          <a:noFill/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39" y="54864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__. Bought ice cream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6263640"/>
            <a:ext cx="365760" cy="365760"/>
          </a:xfrm>
          <a:prstGeom prst="rect">
            <a:avLst/>
          </a:prstGeom>
          <a:noFill/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39" y="62179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__. Waved goodbye at the bus stop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4114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
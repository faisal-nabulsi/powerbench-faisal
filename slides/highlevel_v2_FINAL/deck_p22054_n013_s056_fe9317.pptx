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2011680" cy="201168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0"/>
            <a:ext cx="2011680" cy="201168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486400"/>
            <a:ext cx="2011680" cy="2011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502920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Types of Markets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
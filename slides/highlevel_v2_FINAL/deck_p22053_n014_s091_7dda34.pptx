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Early Life: Born in Pretoria, South Africa, in 1971.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Early Ventures: Co-founded Zip2 and PayPal (formerly X.com).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SpaceX: Founder and CEO, developed reusable rocket technology (Falcon 9, Starship).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Tesla: CEO and Product Architect, accelerating the world's transition to sustainable energy.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Neuralink: Developing brain-computer interface technology.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Boring Company: Aiming to reduce traffic congestion through tunnel networks.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X (formerly Twitter): Acquired the social media platform in 2022.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Vision: Long-term goals include colonizing Mars and sustainable energy for Earth.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
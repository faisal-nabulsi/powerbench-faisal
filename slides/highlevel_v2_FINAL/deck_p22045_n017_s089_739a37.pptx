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Academic World and Professional World: Demands and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2E74B5"/>
                </a:solidFill>
              </a:rPr>
              <a:t>Academic World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Goals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Knowledge creation and dissemination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Mastery of specific disciplines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Critical thinking and research skills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Focus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Theoretical understanding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Long-term learning and development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Individual academic performance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Setting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Universities, research institutes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Classrooms, labs, and libraries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Mentorship-based hierarchy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Atmosphere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Intellectual curiosity and debate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Slower, deliberate pace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Grant-dependent funding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2E74B5"/>
                </a:solidFill>
              </a:rPr>
              <a:t>Professional World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Goals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Business growth and profitability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Problem-solving and efficiency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Career progression and value creation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Focus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Practical application and results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Teamwork and collaboration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Adaptability and market relevance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Setting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Corporations, startups, agencies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Offices, remote work, client sites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Matrix or functional structures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2E74B5"/>
                </a:solidFill>
              </a:rPr>
              <a:t>Atmosphere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Fast-paced and dynamic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Results-oriented and competitive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Networking and continuous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
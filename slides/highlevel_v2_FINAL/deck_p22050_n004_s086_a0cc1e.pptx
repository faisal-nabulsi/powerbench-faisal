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1. Integrity</a:t>
            </a:r>
            <a:r>
              <a:rPr sz="1600"/>
              <a:t> Acting with honesty and transparency.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2. Innovation</a:t>
            </a:r>
            <a:r>
              <a:rPr sz="1600"/>
              <a:t> Embracing creative solutions.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3. Excellence</a:t>
            </a:r>
            <a:r>
              <a:rPr sz="1600"/>
              <a:t> Committing to high quality standards.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4. Collaboration</a:t>
            </a:r>
            <a:r>
              <a:rPr sz="1600"/>
              <a:t> Working together for shared success.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5. Accountability</a:t>
            </a:r>
            <a:r>
              <a:rPr sz="1600"/>
              <a:t> Taking ownership of results.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06464"/>
                </a:solidFill>
              </a:rPr>
              <a:t>6. Customer Focus</a:t>
            </a:r>
            <a:r>
              <a:rPr sz="1600"/>
              <a:t> Prioritizing client satisfaction.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320040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291840"/>
            <a:ext cx="3200400" cy="137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937760"/>
            <a:ext cx="32004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
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Now: I, CAN,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</a:rPr>
              <a:t>• Define the term Market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</a:rPr>
              <a:t>• Explain how products reach to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
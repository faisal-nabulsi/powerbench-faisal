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ELO's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Arial"/>
              </a:defRPr>
            </a:pPr>
            <a:r>
              <a:t>1. What is market?</a:t>
            </a:r>
          </a:p>
          <a:p>
            <a:pPr algn="ctr">
              <a:spcBef>
                <a:spcPts val="2500"/>
              </a:spcBef>
              <a:defRPr sz="3600">
                <a:solidFill>
                  <a:srgbClr val="FFFFFF"/>
                </a:solidFill>
                <a:latin typeface="Arial"/>
              </a:defRPr>
            </a:pPr>
            <a:r>
              <a:t>2. How product reach to market?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
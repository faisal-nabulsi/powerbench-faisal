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List the events in Joey’s second date with Sarah in order from 2 - 6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1. [x] Event 1 (Example)</a:t>
            </a:r>
          </a:p>
          <a:p>
            <a:r>
              <a:rPr sz="1600"/>
              <a:t>2. [ ]</a:t>
            </a:r>
          </a:p>
          <a:p>
            <a:r>
              <a:rPr sz="1600"/>
              <a:t>3. [ ]</a:t>
            </a:r>
          </a:p>
          <a:p>
            <a:r>
              <a:rPr sz="1600"/>
              <a:t>4. [ ]</a:t>
            </a:r>
          </a:p>
          <a:p>
            <a:r>
              <a:rPr sz="1600"/>
              <a:t>5. [ ]</a:t>
            </a:r>
          </a:p>
          <a:p>
            <a:r>
              <a:rPr sz="1600"/>
              <a:t>6. [ ]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
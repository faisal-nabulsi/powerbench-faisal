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/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Instructions: Fill in the correct past simple or past continuous forms of the verbs in parentheses in the story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Yesterday, while I __________ (walk) to the local market, it suddenly __________ (start) to rain heavily. I __________ (run) into a nearby cafe to take shelter. While I __________ (wait) in line, I __________ (see) an old friend of mine, Sarah. She __________ (order) a cup of coffee. We __________ (sit) down and __________ (chat) about our weekend plans. Just then, the rain __________ (stop), and the sun __________ (come) out. We __________ (decide) to continue our walk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
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914400"/>
            <a:ext cx="50292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3716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1E1E1E"/>
                </a:solidFill>
                <a:latin typeface="Arial"/>
              </a:defRPr>
            </a:pPr>
            <a:r>
              <a:t>“When something is important enough, you do it even if the odds are not in your favor.”</a:t>
            </a:r>
            <a:r>
              <a:rPr sz="2000" i="1">
                <a:solidFill>
                  <a:srgbClr val="505050"/>
                </a:solidFill>
                <a:latin typeface="Arial"/>
              </a:rPr>
              <a:t>
— Elon Musk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847" y="59436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Arial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
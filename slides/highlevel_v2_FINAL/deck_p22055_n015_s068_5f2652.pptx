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34095" y="0"/>
            <a:ext cx="3657600" cy="13716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6858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WHAT IS MARKET?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
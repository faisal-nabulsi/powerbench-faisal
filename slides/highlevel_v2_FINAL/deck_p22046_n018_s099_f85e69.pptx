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3366"/>
                </a:solidFill>
              </a:rPr>
              <a:t>GLOBAL MEDIA CULTURES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/>
            </a:pPr>
            <a:r>
              <a:t>Globalization enables the seamless flow of media, allowing cultural stories and values to transcend geographical boundaries.</a:t>
            </a:r>
          </a:p>
          <a:p>
            <a:pPr>
              <a:spcAft>
                <a:spcPts val="1200"/>
              </a:spcAft>
              <a:defRPr sz="1800"/>
            </a:pPr>
            <a:r>
              <a:t>It encourages cultural hybridization, merging local traditions with global trends to form unique, evolving identities.</a:t>
            </a:r>
          </a:p>
          <a:p>
            <a:pPr>
              <a:spcAft>
                <a:spcPts val="1200"/>
              </a:spcAft>
              <a:defRPr sz="1800"/>
            </a:pPr>
            <a:r>
              <a:t>Digital connectivity amplifies this spread, empowering individuals to share and consume diverse cultural content instantly.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11680"/>
            <a:ext cx="5150815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
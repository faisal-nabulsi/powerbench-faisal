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5CB8"/>
                </a:solidFill>
              </a:rPr>
              <a:t>Think Line: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114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333333"/>
                </a:solidFill>
              </a:rPr>
              <a:t>Do you think market create opportunity. How?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
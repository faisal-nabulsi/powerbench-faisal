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000" b="1">
                <a:solidFill>
                  <a:srgbClr val="003366"/>
                </a:solidFill>
              </a:defRPr>
            </a:pPr>
            <a:r>
              <a:t>Types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</a:pPr>
            <a:r>
              <a:rPr b="1" sz="2200">
                <a:solidFill>
                  <a:srgbClr val="003366"/>
                </a:solidFill>
              </a:rPr>
              <a:t>• Private Blockchain Networks</a:t>
            </a:r>
            <a:r>
              <a:rPr b="0" sz="2000">
                <a:solidFill>
                  <a:srgbClr val="323232"/>
                </a:solidFill>
              </a:rPr>
              <a:t>
    A network where access is restricted to authorized users only. Typically used within a single organization to maintain high security, control, and transaction speed.</a:t>
            </a:r>
          </a:p>
          <a:p>
            <a:pPr>
              <a:spcBef>
                <a:spcPts val="1500"/>
              </a:spcBef>
            </a:pPr>
            <a:r>
              <a:rPr b="1" sz="2200">
                <a:solidFill>
                  <a:srgbClr val="003366"/>
                </a:solidFill>
              </a:rPr>
              <a:t>• Public Blockchain Networks</a:t>
            </a:r>
            <a:r>
              <a:rPr b="0" sz="2000">
                <a:solidFill>
                  <a:srgbClr val="323232"/>
                </a:solidFill>
              </a:rPr>
              <a:t>
    Decentralized and open-source networks accessible to the general public. Anyone can join, participate in consensus, and read/write to the ledger (e.g., Bitcoin, Ethereum).</a:t>
            </a:r>
          </a:p>
          <a:p>
            <a:pPr>
              <a:spcBef>
                <a:spcPts val="1500"/>
              </a:spcBef>
            </a:pPr>
            <a:r>
              <a:rPr b="1" sz="2200">
                <a:solidFill>
                  <a:srgbClr val="003366"/>
                </a:solidFill>
              </a:rPr>
              <a:t>• Permissioned Blockchain Networks</a:t>
            </a:r>
            <a:r>
              <a:rPr b="0" sz="2000">
                <a:solidFill>
                  <a:srgbClr val="323232"/>
                </a:solidFill>
              </a:rPr>
              <a:t>
    A type where consensus is restricted to a specific set of approved nodes. It balances decentralization with the privacy and scalability needed for enterprise applications.</a:t>
            </a:r>
          </a:p>
          <a:p>
            <a:pPr>
              <a:spcBef>
                <a:spcPts val="1500"/>
              </a:spcBef>
            </a:pPr>
            <a:r>
              <a:rPr b="1" sz="2200">
                <a:solidFill>
                  <a:srgbClr val="003366"/>
                </a:solidFill>
              </a:rPr>
              <a:t>• Hybrid Blockchain Networks</a:t>
            </a:r>
            <a:r>
              <a:rPr b="0" sz="2000">
                <a:solidFill>
                  <a:srgbClr val="323232"/>
                </a:solidFill>
              </a:rPr>
              <a:t>
    Combines features of public and private blockchains. It allows organizations to keep certain data private while interacting with the public network when necessary for transparency.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
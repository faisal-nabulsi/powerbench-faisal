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2647" y="457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33333"/>
                </a:solidFill>
              </a:rPr>
              <a:t>VIEWING ACTIVITY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47" y="1645920"/>
            <a:ext cx="36576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3847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555555"/>
                </a:solidFill>
              </a:rPr>
              <a:t>Friends | Joey Doesn't Share Food!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
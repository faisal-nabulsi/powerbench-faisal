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2980B9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>
                <a:solidFill>
                  <a:srgbClr val="333333"/>
                </a:solidFill>
              </a:defRPr>
            </a:pPr>
            <a:r>
              <a:t>Discussion Topic: Dating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1. What are your 'non-negotiables' or deal-breakers in a relationship?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2. How do you prefer to meet new people: through apps, mutual friends, or hobbies?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3. What do you think is the biggest challenge in dating today?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
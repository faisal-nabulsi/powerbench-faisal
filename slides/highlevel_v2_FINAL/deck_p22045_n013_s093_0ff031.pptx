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VIEWING ACTIVITY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7" y="201168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50292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333333"/>
                </a:solidFill>
              </a:rPr>
              <a:t>Friends | Joey Doesn't Share Food!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
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Importance of Skills Beyond Academics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5488"/>
                </a:solidFill>
              </a:defRPr>
            </a:pPr>
            <a:r>
              <a:t>Effective Communication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The ability to convey ideas clearly and listen actively to ensure mutual understanding in professional and personal contexts.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011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5488"/>
                </a:solidFill>
              </a:defRPr>
            </a:pPr>
            <a:r>
              <a:t>Problem Solving and Critical Thinking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Analyzing complex situations objectively to identify root causes and develop logical, effective solutions.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5488"/>
                </a:solidFill>
              </a:defRPr>
            </a:pPr>
            <a:r>
              <a:t>Emotional Intelligence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Recognizing, understanding, and managing one's own emotions, as well as empathizing with the emotions of others.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4251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5488"/>
                </a:solidFill>
              </a:defRPr>
            </a:pPr>
            <a:r>
              <a:t>Adaptability and Resilience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Flexibility in dealing with unexpected changes and the ability to recover quickly from setbacks or challenges.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
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/>
              <a:t>Global and Local Cultural Products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Global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A global product is a tangible good or intangible service marketed and sold internationally. It often transcends cultural boundaries by maintaining a consistent brand identity, packaging, and core value proposition across diverse markets worldwide.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607" y="3840480"/>
            <a:ext cx="182880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89607" y="5760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33333"/>
                </a:solidFill>
              </a:rPr>
              <a:t>Coca-Cola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167" y="3840480"/>
            <a:ext cx="1828800" cy="1828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084167" y="5760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33333"/>
                </a:solidFill>
              </a:rPr>
              <a:t>McDonald's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7" y="3840480"/>
            <a:ext cx="1828800" cy="1828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78727" y="5760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33333"/>
                </a:solidFill>
              </a:rPr>
              <a:t>Apple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3287" y="3840480"/>
            <a:ext cx="1828800" cy="1828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73287" y="5760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33333"/>
                </a:solidFill>
              </a:rPr>
              <a:t>Adidas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
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8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Definition: The sum total of all that surrounds living organisms.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Components: Includes biotic (living) and abiotic (non-living) factors.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Significance: Plays a critical role in sustaining life on Earth.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914400"/>
            <a:ext cx="347472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
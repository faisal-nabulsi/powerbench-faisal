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"When something is important enough, you do it even if the odds are not in your favor."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876495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latin typeface="Calibr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
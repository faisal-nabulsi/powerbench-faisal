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81047" y="1828800"/>
            <a:ext cx="8229600" cy="3200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09647" y="205740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Which type of market is beneficial for the customers? Why?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
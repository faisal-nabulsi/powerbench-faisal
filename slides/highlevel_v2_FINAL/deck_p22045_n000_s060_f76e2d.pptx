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sz="3600" b="1">
                <a:solidFill>
                  <a:srgbClr val="024D90"/>
                </a:solidFill>
              </a:defRPr>
            </a:pPr>
            <a:r>
              <a:t>'DATE GONE WRONG' STORY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1371600"/>
            <a:ext cx="2286000" cy="2286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371600"/>
            <a:ext cx="8686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My best friend Sam insisted I meet his cousin at the café downtown. I arrived early, nervously adjusting my tie in the reflection of the window. When she walked in, wearing an emerald dress and laughing with her friends, my heart skipped a beat. I waved enthusiastically, but she glanced past me, completely unfazed. Minutes ticked by. Finally, I overheard her say, 'Where's Sam? I came to meet his brother, not some random guy.' I froze, face burning crimson, as Sam rushed in, apologizing profusely for mixing up the names. The date was a disaster before it even began!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 i="1">
                <a:solidFill>
                  <a:srgbClr val="646464"/>
                </a:solidFill>
              </a:defRPr>
            </a:pPr>
            <a:r>
              <a:t>Speech Bubble: Read the story aloud with clear pronunciation and proper intonation. Then listen to the accompanying audio clip to compare your delivery and receive feedback on areas for improvement.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
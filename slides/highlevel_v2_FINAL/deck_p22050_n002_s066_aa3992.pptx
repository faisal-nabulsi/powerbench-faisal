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>
                <a:solidFill>
                  <a:srgbClr val="323232"/>
                </a:solidFill>
                <a:latin typeface="Arial"/>
              </a:defRPr>
            </a:pPr>
            <a:r>
              <a:t>"If things seem under control, you're not going fast enough."</a:t>
            </a:r>
          </a:p>
          <a:p>
            <a:pPr algn="l">
              <a:defRPr sz="2000" i="1">
                <a:solidFill>
                  <a:srgbClr val="646464"/>
                </a:solidFill>
                <a:latin typeface="Arial"/>
              </a:defRPr>
            </a:pPr>
            <a:r>
              <a:t>- Elon Musk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4304" y="57607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0C0"/>
                </a:solidFill>
                <a:latin typeface="Arial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
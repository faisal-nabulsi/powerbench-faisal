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1371600"/>
          </a:xfrm>
          <a:prstGeom prst="rect">
            <a:avLst/>
          </a:prstGeom>
          <a:noFill/>
        </p:spPr>
        <p:txBody>
          <a:bodyPr wrap="square">
            <a:spAutoFit/>
          </a:bodyPr>
          <a:lstStyle/>
          <a:p>
            <a:pPr>
              <a:defRPr sz="4400" b="1"/>
            </a:pPr>
            <a:r>
              <a:t>Blockchain in Bitcoin</a:t>
            </a:r>
          </a:p>
        </p:txBody>
      </p:sp>
      <p:sp>
        <p:nvSpPr>
          <p:cNvPr id="3" name="TextBox 2"/>
          <p:cNvSpPr txBox="1"/>
          <p:nvPr/>
        </p:nvSpPr>
        <p:spPr>
          <a:xfrm>
            <a:off x="914400" y="2011680"/>
            <a:ext cx="5943600" cy="4114800"/>
          </a:xfrm>
          <a:prstGeom prst="rect">
            <a:avLst/>
          </a:prstGeom>
          <a:noFill/>
        </p:spPr>
        <p:txBody>
          <a:bodyPr wrap="square">
            <a:spAutoFit/>
          </a:bodyPr>
          <a:lstStyle/>
          <a:p>
            <a:pPr>
              <a:defRPr sz="1800"/>
            </a:pPr>
            <a:r>
              <a:t>Bitcoin is a decentralized digital currency, based on blockchain technology - a distributed ledger enforced by a diverse network of computers around the world. It was introduced in 2009 by an unknown person or group of people using the name Satoshi Nakamoto. Transactions are verified by network nodes through cryptography and recorded in a public distributed ledger called a blockchain.</a:t>
            </a:r>
          </a:p>
        </p:txBody>
      </p:sp>
      <p:pic>
        <p:nvPicPr>
          <p:cNvPr id="4" name="Picture 3" descr="image.png"/>
          <p:cNvPicPr>
            <a:picLocks noChangeAspect="1"/>
          </p:cNvPicPr>
          <p:nvPr/>
        </p:nvPicPr>
        <p:blipFill>
          <a:blip r:embed="rId2"/>
          <a:stretch>
            <a:fillRect/>
          </a:stretch>
        </p:blipFill>
        <p:spPr>
          <a:xfrm>
            <a:off x="7315200" y="1828800"/>
            <a:ext cx="4572000"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
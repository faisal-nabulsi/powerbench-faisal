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/>
              <a:t>5 Stages of Development of Media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/>
              <a:t>5. DIGITAL MEDIA</a:t>
            </a:r>
          </a:p>
          <a:p>
            <a:pPr>
              <a:spcBef>
                <a:spcPts val="1400"/>
              </a:spcBef>
            </a:pPr>
            <a:r>
              <a:rPr sz="1800"/>
              <a:t>• Features: Ubiquitous access to real-time information, multimedia integration, and high interactivity through internet platforms.</a:t>
            </a:r>
          </a:p>
          <a:p>
            <a:pPr>
              <a:spcBef>
                <a:spcPts val="1400"/>
              </a:spcBef>
            </a:pPr>
            <a:r>
              <a:rPr sz="1800"/>
              <a:t>• Importance: Democratizes content creation, breaking down barriers to entry and enabling instant global connectivity and social engagement.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1645920"/>
            <a:ext cx="3657600" cy="3657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
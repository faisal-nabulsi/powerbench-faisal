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83D8B"/>
        </a:solidFill>
        <a:effectLst/>
      </p:bgPr>
    </p:bg>
    <p:spTree>
      <p:nvGrpSpPr>
        <p:cNvPr id="1" name=""/>
        <p:cNvGrpSpPr/>
        <p:nvPr/>
      </p:nvGrpSpPr>
      <p:grpSpPr/>
      <p:sp>
        <p:nvSpPr>
          <p:cNvPr id="2" name="TextBox 1"/>
          <p:cNvSpPr txBox="1"/>
          <p:nvPr/>
        </p:nvSpPr>
        <p:spPr>
          <a:xfrm>
            <a:off x="914400" y="457200"/>
            <a:ext cx="10362895" cy="1371600"/>
          </a:xfrm>
          <a:prstGeom prst="rect">
            <a:avLst/>
          </a:prstGeom>
          <a:noFill/>
        </p:spPr>
        <p:txBody>
          <a:bodyPr wrap="square">
            <a:spAutoFit/>
          </a:bodyPr>
          <a:lstStyle/>
          <a:p>
            <a:pPr algn="ctr">
              <a:defRPr sz="4400" b="1">
                <a:solidFill>
                  <a:srgbClr val="FFFFFF"/>
                </a:solidFill>
              </a:defRPr>
            </a:pPr>
            <a:r>
              <a:t>Innovations (Future Products or Services)</a:t>
            </a:r>
          </a:p>
        </p:txBody>
      </p:sp>
      <p:sp>
        <p:nvSpPr>
          <p:cNvPr id="3" name="TextBox 2"/>
          <p:cNvSpPr txBox="1"/>
          <p:nvPr/>
        </p:nvSpPr>
        <p:spPr>
          <a:xfrm>
            <a:off x="1371600" y="2286000"/>
            <a:ext cx="9448495" cy="1828800"/>
          </a:xfrm>
          <a:prstGeom prst="rect">
            <a:avLst/>
          </a:prstGeom>
          <a:noFill/>
        </p:spPr>
        <p:txBody>
          <a:bodyPr wrap="square">
            <a:spAutoFit/>
          </a:bodyPr>
          <a:lstStyle/>
          <a:p>
            <a:pPr algn="ctr">
              <a:defRPr sz="2000">
                <a:solidFill>
                  <a:srgbClr val="FFFFFF"/>
                </a:solidFill>
              </a:defRPr>
            </a:pPr>
            <a:r>
              <a:t>In 2021, Airbnb launched 'Work Different' to support remote travelers and expanded 'Experiences' to deepen local connections. The company also utilized AI to enhance search relevance and introduced new safety features to foster trust within the community.</a:t>
            </a:r>
          </a:p>
        </p:txBody>
      </p:sp>
      <p:sp>
        <p:nvSpPr>
          <p:cNvPr id="4" name="TextBox 3"/>
          <p:cNvSpPr txBox="1"/>
          <p:nvPr/>
        </p:nvSpPr>
        <p:spPr>
          <a:xfrm>
            <a:off x="2286000" y="4572000"/>
            <a:ext cx="7619695" cy="1371600"/>
          </a:xfrm>
          <a:prstGeom prst="rect">
            <a:avLst/>
          </a:prstGeom>
          <a:noFill/>
        </p:spPr>
        <p:txBody>
          <a:bodyPr wrap="square">
            <a:spAutoFit/>
          </a:bodyPr>
          <a:lstStyle/>
          <a:p>
            <a:pPr algn="ctr">
              <a:defRPr sz="2400" i="1">
                <a:solidFill>
                  <a:srgbClr val="FFA500"/>
                </a:solidFill>
              </a:defRPr>
            </a:pPr>
            <a:r>
              <a:t>"We're not just a company that helps you book a place to stay. We're a company that builds products and services to help people belong anywhere."</a:t>
            </a:r>
          </a:p>
          <a:p>
            <a:pPr algn="ctr">
              <a:defRPr sz="1800">
                <a:solidFill>
                  <a:srgbClr val="FFFFFF"/>
                </a:solidFill>
              </a:defRPr>
            </a:pPr>
            <a:r>
              <a:t>- Brian Chesky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
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2E74B5"/>
                </a:solidFill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33333"/>
                </a:solidFill>
              </a:rPr>
              <a:t>Instruction: Fill in the blanks with the correct Past Simple or Past Continuous form of the verbs in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00000"/>
                </a:solidFill>
              </a:rPr>
              <a:t>Last weekend, the weather was beautiful. I ______ (decide) to go for a hike in the mountains. 
When I ______ (arrive) at the trail, I ______ (meet) some friends. 
We ______ (talk) about our weekend plans while we ______ (hike) up the steep path. 
Suddenly, one of us ______ (slip) on some loose rocks, but luckily, we ______ (not/hurt) ourselves. 
After the scrape, we ______ (continue) the hike and ______ (reach) the summit by noon. 
From there, we ______ (see) a breathtaking view of the valley. 
We ______ (take) many photos while the sun ______ (set), before we ______ (head) back down.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
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Now: I, CAN,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Define the term Market</a:t>
            </a:r>
          </a:p>
          <a:p>
            <a:pPr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Explain how products reach to market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36576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
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</a:defRPr>
            </a:pPr>
            <a:r>
              <a:t>NYC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48495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943600"/>
            <a:ext cx="182880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
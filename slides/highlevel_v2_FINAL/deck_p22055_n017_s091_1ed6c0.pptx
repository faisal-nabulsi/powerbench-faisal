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Skills Beyond Academics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Effective Communication: The ability to convey ideas clearly, both verbally and in writing, and to listen actively.</a:t>
            </a:r>
          </a:p>
          <a:p>
            <a:pPr/>
            <a:r>
              <a:t>Problem Solving and Critical Thinking: The capacity to analyze complex situations, evaluate information, and develop logical solutions.</a:t>
            </a:r>
          </a:p>
          <a:p>
            <a:pPr/>
            <a:r>
              <a:t>Emotional Intelligence: The ability to recognize, understand, and manage one's own emotions, as well as empathize with others.</a:t>
            </a:r>
          </a:p>
          <a:p>
            <a:pPr/>
            <a:r>
              <a:t>Adaptability and Resilience: The flexibility to adjust to new conditions and the strength to recover from challenges or setbacks.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
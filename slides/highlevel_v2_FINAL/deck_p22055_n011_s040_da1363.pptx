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3366"/>
                </a:solidFill>
              </a:rPr>
              <a:t>Principles of Graphic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333333"/>
                </a:solidFill>
              </a:rPr>
              <a:t>Effective design relies on a set of core principles that guide the arrangement of visual elements to communicate messages clearly and aesthetically.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200400"/>
            <a:ext cx="8534095" cy="3200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383280"/>
            <a:ext cx="8168335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600">
                <a:solidFill>
                  <a:srgbClr val="003366"/>
                </a:solidFill>
              </a:rPr>
              <a:t>Balance: </a:t>
            </a:r>
            <a:r>
              <a:rPr sz="1400">
                <a:solidFill>
                  <a:srgbClr val="333333"/>
                </a:solidFill>
              </a:rPr>
              <a:t>Distributing visual weight evenly across the composition.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003366"/>
                </a:solidFill>
              </a:rPr>
              <a:t>Contrast: </a:t>
            </a:r>
            <a:r>
              <a:rPr sz="1400">
                <a:solidFill>
                  <a:srgbClr val="333333"/>
                </a:solidFill>
              </a:rPr>
              <a:t>Highlighting differences to create visual interest and focus.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003366"/>
                </a:solidFill>
              </a:rPr>
              <a:t>Emphasis: </a:t>
            </a:r>
            <a:r>
              <a:rPr sz="1400">
                <a:solidFill>
                  <a:srgbClr val="333333"/>
                </a:solidFill>
              </a:rPr>
              <a:t>Focusing attention on a specific element or area.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003366"/>
                </a:solidFill>
              </a:rPr>
              <a:t>Hierarchy: </a:t>
            </a:r>
            <a:r>
              <a:rPr sz="1400">
                <a:solidFill>
                  <a:srgbClr val="333333"/>
                </a:solidFill>
              </a:rPr>
              <a:t>Organizing elements to show order of importance.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003366"/>
                </a:solidFill>
              </a:rPr>
              <a:t>Proximity: </a:t>
            </a:r>
            <a:r>
              <a:rPr sz="1400">
                <a:solidFill>
                  <a:srgbClr val="333333"/>
                </a:solidFill>
              </a:rPr>
              <a:t>Grouping related items together to create organization.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003366"/>
                </a:solidFill>
              </a:rPr>
              <a:t>Repetition: </a:t>
            </a:r>
            <a:r>
              <a:rPr sz="1400">
                <a:solidFill>
                  <a:srgbClr val="333333"/>
                </a:solidFill>
              </a:rPr>
              <a:t>Reusing visual elements to create unity and consistency.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003366"/>
                </a:solidFill>
              </a:rPr>
              <a:t>White Space: </a:t>
            </a:r>
            <a:r>
              <a:rPr sz="1400">
                <a:solidFill>
                  <a:srgbClr val="333333"/>
                </a:solidFill>
              </a:rPr>
              <a:t>Using empty space to reduce clutter and improve readability.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
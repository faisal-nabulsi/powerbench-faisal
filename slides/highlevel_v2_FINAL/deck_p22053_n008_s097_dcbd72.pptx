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70C0"/>
                </a:solidFill>
              </a:rPr>
              <a:t>The Technology used in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333333"/>
                </a:solidFill>
              </a:rPr>
              <a:t>• Cryptographic Keys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333333"/>
                </a:solidFill>
              </a:rPr>
              <a:t>• Network Protocol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333333"/>
                </a:solidFill>
              </a:rPr>
              <a:t>• Distributed Ledger Technology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333333"/>
                </a:solidFill>
              </a:rPr>
              <a:t>• Hashing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33695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
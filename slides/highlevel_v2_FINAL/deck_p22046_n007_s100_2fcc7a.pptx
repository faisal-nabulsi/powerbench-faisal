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1E1E"/>
                </a:solidFill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3C3C3C"/>
                </a:solidFill>
              </a:rPr>
              <a:t>Let's open the floor to discuss dating.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2200"/>
              <a:t>1. </a:t>
            </a:r>
            <a:r>
              <a:rPr sz="2200"/>
              <a:t>What qualities do you value most in a romantic partner?</a:t>
            </a:r>
          </a:p>
          <a:p>
            <a:pPr>
              <a:spcAft>
                <a:spcPts val="1200"/>
              </a:spcAft>
            </a:pPr>
            <a:r>
              <a:rPr b="1" sz="2200"/>
              <a:t>2. </a:t>
            </a:r>
            <a:r>
              <a:rPr sz="2200"/>
              <a:t>How has your approach to dating changed over the last five years?</a:t>
            </a:r>
          </a:p>
          <a:p>
            <a:r>
              <a:rPr b="1" sz="2200"/>
              <a:t>3. </a:t>
            </a:r>
            <a:r>
              <a:rPr sz="2200"/>
              <a:t>What is a common misconception people have about modern dating?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
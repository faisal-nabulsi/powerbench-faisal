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3366"/>
                </a:solidFill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Discussion Prompt</a:t>
            </a:r>
          </a:p>
          <a:p>
            <a:pPr>
              <a:defRPr sz="1600"/>
            </a:pPr>
            <a:r>
              <a:t>How did Joey's date go?</a:t>
            </a:r>
          </a:p>
          <a:p/>
          <a:p>
            <a:pPr>
              <a:defRPr sz="1400" i="1"/>
            </a:pPr>
            <a:r>
              <a:t>Please provide short answers:</a:t>
            </a:r>
          </a:p>
          <a:p>
            <a:pPr lvl="1">
              <a:defRPr sz="1200"/>
            </a:pPr>
            <a:r>
              <a:t>Short Answer 1:</a:t>
            </a:r>
          </a:p>
          <a:p>
            <a:pPr lvl="1">
              <a:defRPr sz="1200"/>
            </a:pPr>
            <a:r>
              <a:t>Short Answer 2:</a:t>
            </a:r>
          </a:p>
          <a:p>
            <a:pPr lvl="1">
              <a:defRPr sz="1200"/>
            </a:pPr>
            <a:r>
              <a:t>Short Answer 3:</a:t>
            </a:r>
          </a:p>
          <a:p/>
          <a:p>
            <a:r>
              <a:rPr sz="2200" b="1">
                <a:solidFill>
                  <a:srgbClr val="B40000"/>
                </a:solidFill>
              </a:rPr>
              <a:t>PART 2</a:t>
            </a:r>
          </a:p>
          <a:p>
            <a:pPr>
              <a:defRPr sz="1400"/>
            </a:pPr>
            <a:r>
              <a:t>Refer back to the previous section to compare Joey's expectations with the actual outcome.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
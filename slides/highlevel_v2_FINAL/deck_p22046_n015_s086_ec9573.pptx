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/>
              <a:t>Friends | Joey Doesn't Share Food!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371600"/>
            <a:ext cx="3200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59436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/>
              <a:t>B1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
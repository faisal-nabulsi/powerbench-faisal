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32004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0" y="27432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VIEWING FOLLOW-UP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
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t>Globalization isn’t possible to occur without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200">
                <a:solidFill>
                  <a:srgbClr val="333333"/>
                </a:solidFill>
              </a:rPr>
              <a:t>1. Digital Media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505050"/>
                </a:solidFill>
              </a:rPr>
              <a:t>Internet and social media break down geographical barriers, enabling real-time global communication and connectivity.</a:t>
            </a:r>
          </a:p>
          <a:p>
            <a:r>
              <a:rPr b="1" sz="2200">
                <a:solidFill>
                  <a:srgbClr val="333333"/>
                </a:solidFill>
              </a:rPr>
              <a:t>2. Mass Media (Broadcast)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505050"/>
                </a:solidFill>
              </a:rPr>
              <a:t>Television and news networks disseminate information globally, unifying audiences and spreading cultural content.</a:t>
            </a:r>
          </a:p>
          <a:p>
            <a:r>
              <a:rPr b="1" sz="2200">
                <a:solidFill>
                  <a:srgbClr val="333333"/>
                </a:solidFill>
              </a:rPr>
              <a:t>3. Print Media</a:t>
            </a:r>
          </a:p>
          <a:p>
            <a:r>
              <a:rPr sz="1600">
                <a:solidFill>
                  <a:srgbClr val="505050"/>
                </a:solidFill>
              </a:rPr>
              <a:t>Books and newspapers facilitate the spread of literacy, language, and complex ideas across borders.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114800"/>
            <a:ext cx="50292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
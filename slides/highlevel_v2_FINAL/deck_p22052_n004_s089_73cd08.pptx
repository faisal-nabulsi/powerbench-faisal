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b="1" sz="1800">
                <a:solidFill>
                  <a:srgbClr val="008080"/>
                </a:solidFill>
              </a:rPr>
              <a:t>1. Integrity
</a:t>
            </a:r>
            <a:r>
              <a:rPr sz="1400">
                <a:solidFill>
                  <a:srgbClr val="000000"/>
                </a:solidFill>
              </a:rPr>
              <a:t>We act with honesty and transparency in all our dealings.</a:t>
            </a:r>
          </a:p>
          <a:p>
            <a:pPr>
              <a:spcAft>
                <a:spcPts val="1500"/>
              </a:spcAft>
            </a:pPr>
            <a:r>
              <a:rPr b="1" sz="1800">
                <a:solidFill>
                  <a:srgbClr val="008080"/>
                </a:solidFill>
              </a:rPr>
              <a:t>2. Innovation
</a:t>
            </a:r>
            <a:r>
              <a:rPr sz="1400">
                <a:solidFill>
                  <a:srgbClr val="000000"/>
                </a:solidFill>
              </a:rPr>
              <a:t>We embrace creativity and continuous improvement.</a:t>
            </a:r>
          </a:p>
          <a:p>
            <a:pPr>
              <a:spcAft>
                <a:spcPts val="1500"/>
              </a:spcAft>
            </a:pPr>
            <a:r>
              <a:rPr b="1" sz="1800">
                <a:solidFill>
                  <a:srgbClr val="008080"/>
                </a:solidFill>
              </a:rPr>
              <a:t>3. Collaboration
</a:t>
            </a:r>
            <a:r>
              <a:rPr sz="1400">
                <a:solidFill>
                  <a:srgbClr val="000000"/>
                </a:solidFill>
              </a:rPr>
              <a:t>We succeed by working together and supporting one another.</a:t>
            </a:r>
          </a:p>
          <a:p>
            <a:pPr>
              <a:spcAft>
                <a:spcPts val="1500"/>
              </a:spcAft>
            </a:pPr>
            <a:r>
              <a:rPr b="1" sz="1800">
                <a:solidFill>
                  <a:srgbClr val="008080"/>
                </a:solidFill>
              </a:rPr>
              <a:t>4. Respect
</a:t>
            </a:r>
            <a:r>
              <a:rPr sz="1400">
                <a:solidFill>
                  <a:srgbClr val="000000"/>
                </a:solidFill>
              </a:rPr>
              <a:t>We value diverse perspectives and treat everyone with dignity.</a:t>
            </a:r>
          </a:p>
          <a:p>
            <a:pPr>
              <a:spcAft>
                <a:spcPts val="1500"/>
              </a:spcAft>
            </a:pPr>
            <a:r>
              <a:rPr b="1" sz="1800">
                <a:solidFill>
                  <a:srgbClr val="008080"/>
                </a:solidFill>
              </a:rPr>
              <a:t>5. Excellence
</a:t>
            </a:r>
            <a:r>
              <a:rPr sz="1400">
                <a:solidFill>
                  <a:srgbClr val="000000"/>
                </a:solidFill>
              </a:rPr>
              <a:t>We strive for the highest quality in everything we do.</a:t>
            </a:r>
          </a:p>
          <a:p>
            <a:pPr>
              <a:spcAft>
                <a:spcPts val="1500"/>
              </a:spcAft>
            </a:pPr>
            <a:r>
              <a:rPr b="1" sz="1800">
                <a:solidFill>
                  <a:srgbClr val="008080"/>
                </a:solidFill>
              </a:rPr>
              <a:t>6. Sustainability
</a:t>
            </a:r>
            <a:r>
              <a:rPr sz="1400">
                <a:solidFill>
                  <a:srgbClr val="000000"/>
                </a:solidFill>
              </a:rPr>
              <a:t>We are committed to a sustainable future for our community.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
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t>DEFINITION OF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MEDIA</a:t>
            </a:r>
          </a:p>
          <a:p>
            <a:pPr>
              <a:spcBef>
                <a:spcPts val="1200"/>
              </a:spcBef>
            </a:pPr>
            <a:r>
              <a:rPr sz="1600"/>
              <a:t>The collective means of mass communication, including print, broadcast, and digital platforms, used to inform, educate, or entertain the public.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CULTURE</a:t>
            </a:r>
          </a:p>
          <a:p>
            <a:pPr>
              <a:spcBef>
                <a:spcPts val="1200"/>
              </a:spcBef>
            </a:pPr>
            <a:r>
              <a:rPr sz="1600"/>
              <a:t>The shared patterns of behaviors, beliefs, values, and artifacts that the members of a society use to cope with their world and transmit from generation to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
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</a:rPr>
              <a:t>Academic World and Professional World: Demands and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4B5"/>
                </a:solidFill>
              </a:rPr>
              <a:t>Academic World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Evaluation and Feedback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Focus on grades and theoretical understanding.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Feedback is often delayed and formal.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Based on standardized rubrics.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Assessment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Exams, essays, and research papers.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Standardized criteria for success.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Emphasis on knowledge retention.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Feedback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Corrective and developmental nature.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Usually provided by instructors.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Written comments on assignments.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Timeframe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Semester-based or academic year.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Fixed deadlines for submissions.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Structured academic calendar.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0392B"/>
                </a:solidFill>
              </a:rPr>
              <a:t>Professional World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Evaluation and Feedback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Focus on performance, results, and ROI.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Feedback is continuous and often informal.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Tied to business objectives.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Assessment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KPIs, project outcomes, and peer reviews.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Dynamic and goal-oriented criteria.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Emphasis on skill application.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Feedback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Action-oriented and immediate.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Provided by managers, peers, and clients.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360-degree feedback mechanisms.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33333"/>
                </a:solidFill>
              </a:rPr>
              <a:t>Timeframe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Project-based or fiscal year.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Flexible but deadline-driven.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555555"/>
                </a:solidFill>
              </a:rPr>
              <a:t>Quarterly or annual performance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
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286000" cy="1143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38247" y="53035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/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
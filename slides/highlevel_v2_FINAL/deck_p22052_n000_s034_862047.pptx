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</a:defRPr>
            </a:pPr>
            <a:r>
              <a:t>Brief highlights of Elon Musk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0" y="914400"/>
            <a:ext cx="3200400" cy="5029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772400" cy="45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1971</a:t>
            </a:r>
          </a:p>
        </p:txBody>
      </p:sp>
      <p:sp>
        <p:nvSpPr>
          <p:cNvPr id="6" name="Oval 5"/>
          <p:cNvSpPr/>
          <p:nvPr/>
        </p:nvSpPr>
        <p:spPr>
          <a:xfrm>
            <a:off x="342900" y="2171700"/>
            <a:ext cx="228600" cy="2286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36576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Born in Pretoria, South Africa.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828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1995</a:t>
            </a:r>
          </a:p>
        </p:txBody>
      </p:sp>
      <p:sp>
        <p:nvSpPr>
          <p:cNvPr id="9" name="Oval 8"/>
          <p:cNvSpPr/>
          <p:nvPr/>
        </p:nvSpPr>
        <p:spPr>
          <a:xfrm>
            <a:off x="1638300" y="2171700"/>
            <a:ext cx="228600" cy="2286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64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Co-founded Zip2, sold for $307M.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368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2002</a:t>
            </a:r>
          </a:p>
        </p:txBody>
      </p:sp>
      <p:sp>
        <p:nvSpPr>
          <p:cNvPr id="12" name="Oval 11"/>
          <p:cNvSpPr/>
          <p:nvPr/>
        </p:nvSpPr>
        <p:spPr>
          <a:xfrm>
            <a:off x="2933700" y="2171700"/>
            <a:ext cx="228600" cy="2286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504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Founded SpaceX, aiming to reduce space transport costs.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2004</a:t>
            </a:r>
          </a:p>
        </p:txBody>
      </p:sp>
      <p:sp>
        <p:nvSpPr>
          <p:cNvPr id="15" name="Oval 14"/>
          <p:cNvSpPr/>
          <p:nvPr/>
        </p:nvSpPr>
        <p:spPr>
          <a:xfrm>
            <a:off x="4229100" y="2171700"/>
            <a:ext cx="228600" cy="2286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Joined Tesla Motors as Product Architect and CEO.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448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2008</a:t>
            </a:r>
          </a:p>
        </p:txBody>
      </p:sp>
      <p:sp>
        <p:nvSpPr>
          <p:cNvPr id="18" name="Oval 17"/>
          <p:cNvSpPr/>
          <p:nvPr/>
        </p:nvSpPr>
        <p:spPr>
          <a:xfrm>
            <a:off x="5524500" y="2171700"/>
            <a:ext cx="228600" cy="2286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584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First successful Falcon 1 launch &amp; Model S prototype.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9880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2012</a:t>
            </a:r>
          </a:p>
        </p:txBody>
      </p:sp>
      <p:sp>
        <p:nvSpPr>
          <p:cNvPr id="21" name="Oval 20"/>
          <p:cNvSpPr/>
          <p:nvPr/>
        </p:nvSpPr>
        <p:spPr>
          <a:xfrm>
            <a:off x="6819900" y="2171700"/>
            <a:ext cx="228600" cy="2286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124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SpaceX Dragon became first commercial spacecraft to dock with ISS.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645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2020</a:t>
            </a:r>
          </a:p>
        </p:txBody>
      </p:sp>
      <p:sp>
        <p:nvSpPr>
          <p:cNvPr id="24" name="Oval 23"/>
          <p:cNvSpPr/>
          <p:nvPr/>
        </p:nvSpPr>
        <p:spPr>
          <a:xfrm>
            <a:off x="8115300" y="2171700"/>
            <a:ext cx="228600" cy="2286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5603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NASA astronauts launch to ISS via SpaceX Crew Dragon.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
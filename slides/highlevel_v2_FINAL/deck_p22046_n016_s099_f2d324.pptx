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</a:rPr>
              <a:t>Elon's Future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</a:rPr>
              <a:t>Mars Colony Construction Initiatives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</a:rPr>
              <a:t>Neuralink Clinical Trials Expansion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</a:rPr>
              <a:t>Optimus Humanoid Robot Mass Production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</a:rPr>
              <a:t>Starship Interplanetary Transport System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333333"/>
                </a:solidFill>
              </a:rPr>
              <a:t>The Boring Company Urban Loop Networks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
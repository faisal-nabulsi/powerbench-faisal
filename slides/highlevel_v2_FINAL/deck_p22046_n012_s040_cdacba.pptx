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Mastering these essential skills ensures readiness for the modern workplace.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2000">
                <a:solidFill>
                  <a:srgbClr val="2E75B6"/>
                </a:solidFill>
              </a:rPr>
              <a:t>• Critical Thinking: </a:t>
            </a:r>
            <a:r>
              <a:rPr sz="1800">
                <a:solidFill>
                  <a:srgbClr val="333333"/>
                </a:solidFill>
              </a:rPr>
              <a:t>Enables logical analysis and problem-solving in complex situations.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E75B6"/>
                </a:solidFill>
              </a:rPr>
              <a:t>• Communication: </a:t>
            </a:r>
            <a:r>
              <a:rPr sz="1800">
                <a:solidFill>
                  <a:srgbClr val="333333"/>
                </a:solidFill>
              </a:rPr>
              <a:t>Facilitates clear idea exchange and effective collaboration within teams.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E75B6"/>
                </a:solidFill>
              </a:rPr>
              <a:t>• Adaptability: </a:t>
            </a:r>
            <a:r>
              <a:rPr sz="1800">
                <a:solidFill>
                  <a:srgbClr val="333333"/>
                </a:solidFill>
              </a:rPr>
              <a:t>Crucial for navigating rapid changes and learning new technologies.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E75B6"/>
                </a:solidFill>
              </a:rPr>
              <a:t>• Emotional Intelligence: </a:t>
            </a:r>
            <a:r>
              <a:rPr sz="1800">
                <a:solidFill>
                  <a:srgbClr val="333333"/>
                </a:solidFill>
              </a:rPr>
              <a:t>Enhances interpersonal relationships and conflict resolution skills.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E75B6"/>
                </a:solidFill>
              </a:rPr>
              <a:t>• Leadership: </a:t>
            </a:r>
            <a:r>
              <a:rPr sz="1800">
                <a:solidFill>
                  <a:srgbClr val="333333"/>
                </a:solidFill>
              </a:rPr>
              <a:t>Inspires direction, motivates others, and drives project completion.</a:t>
            </a:r>
          </a:p>
          <a:p>
            <a:pPr>
              <a:spcAft>
                <a:spcPts val="1200"/>
              </a:spcAft>
            </a:pPr>
            <a:r>
              <a:rPr b="1" sz="2000">
                <a:solidFill>
                  <a:srgbClr val="2E75B6"/>
                </a:solidFill>
              </a:rPr>
              <a:t>• Digital Literacy: </a:t>
            </a:r>
            <a:r>
              <a:rPr sz="1800">
                <a:solidFill>
                  <a:srgbClr val="333333"/>
                </a:solidFill>
              </a:rPr>
              <a:t>Ensures proficiency with tools essential for modern productivity.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
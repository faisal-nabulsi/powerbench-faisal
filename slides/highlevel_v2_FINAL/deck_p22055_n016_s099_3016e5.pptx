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/>
              <a:t>Elon's Future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Development of Starship for Mars colonization</a:t>
            </a:r>
          </a:p>
          <a:p>
            <a:pPr/>
            <a:r>
              <a:rPr sz="2000"/>
              <a:t>Advancing Neuralink brain-computer interfaces</a:t>
            </a:r>
          </a:p>
          <a:p>
            <a:pPr/>
            <a:r>
              <a:rPr sz="2000"/>
              <a:t>Expanding The Boring Company tunnel network</a:t>
            </a:r>
          </a:p>
          <a:p>
            <a:pPr/>
            <a:r>
              <a:rPr sz="2000"/>
              <a:t>Deploying Tesla Optimus humanoid robots</a:t>
            </a:r>
          </a:p>
          <a:p>
            <a:pPr/>
            <a:r>
              <a:rPr sz="2000"/>
              <a:t>Scaling X (formerly Twitter) into an 'everything app'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
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t>Innovations (Future Products or Services)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463040"/>
            <a:ext cx="9144000" cy="3840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
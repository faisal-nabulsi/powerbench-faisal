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Instructions:</a:t>
            </a:r>
          </a:p>
          <a:p>
            <a:pPr>
              <a:spcAft>
                <a:spcPts val="1000"/>
              </a:spcAft>
            </a:pPr>
            <a:r>
              <a:rPr sz="1800"/>
              <a:t>Please fill in the correct verb forms in the provided dialogue.</a:t>
            </a:r>
          </a:p>
          <a:p>
            <a:pPr>
              <a:spcBef>
                <a:spcPts val="2000"/>
              </a:spcBef>
            </a:pPr>
            <a:r>
              <a:rPr sz="2800" b="1">
                <a:solidFill>
                  <a:srgbClr val="990000"/>
                </a:solidFill>
              </a:rPr>
              <a:t>PART 3</a:t>
            </a:r>
          </a:p>
          <a:p>
            <a:r>
              <a:rPr sz="1800"/>
              <a:t>Retell Joey's part with emphasis on stress and intonation.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
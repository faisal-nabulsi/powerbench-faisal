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 of Blockchain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Creation: Blockchain technology was created in 2008 by an anonymous entity known as Satoshi Nakamoto to enable decentralized, trustless digital transactions.</a:t>
            </a:r>
          </a:p>
          <a:p>
            <a:pPr>
              <a:defRPr sz="1800">
                <a:latin typeface="Calibri"/>
              </a:defRPr>
            </a:pPr>
            <a:r>
              <a:t>Implementation in Bitcoin: First implemented as the underlying database technology for the Bitcoin cryptocurrency, launching in 2009 as a public, immutable ledger.</a:t>
            </a:r>
          </a:p>
          <a:p>
            <a:pPr>
              <a:defRPr sz="1800">
                <a:latin typeface="Calibri"/>
              </a:defRPr>
            </a:pPr>
            <a:r>
              <a:t>Proposal of Private Blockchains: Later proposals adapted the technology for business use, introducing private or permissioned blockchains to offer enterprise-level security, privacy, and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
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/>
              <a:t>VIEWING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b="1"/>
              <a:t>Friends | Joey Doesn't Share Food!</a:t>
            </a:r>
          </a:p>
          <a:p>
            <a:pPr>
              <a:spcBef>
                <a:spcPts val="1000"/>
              </a:spcBef>
            </a:pPr>
            <a:r>
              <a:rPr sz="2400"/>
              <a:t>Watch the first 2 minutes of the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
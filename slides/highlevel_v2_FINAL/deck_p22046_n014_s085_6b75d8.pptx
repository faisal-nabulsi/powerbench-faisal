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70C0"/>
                </a:solidFill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List the events in Joey’s second date with Sarah in order from 2 - 6: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</a:rPr>
              <a:t>[x] Met Sarah at the cinema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</a:rPr>
              <a:t>[ ] Watched the movie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</a:rPr>
              <a:t>[ ] Ate dinner at the Italian restaurant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</a:rPr>
              <a:t>[ ] Walked along the river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</a:rPr>
              <a:t>[ ] Said goodnight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</a:rPr>
              <a:t>[ ] Texted her later that night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4114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
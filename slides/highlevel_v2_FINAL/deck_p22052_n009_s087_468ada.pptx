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/>
              <a:t>5 Stages of Development of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3. PRINTING PRESS</a:t>
            </a:r>
          </a:p>
          <a:p>
            <a:pPr>
              <a:spcAft>
                <a:spcPts val="1200"/>
              </a:spcAft>
            </a:pPr>
            <a:r>
              <a:rPr sz="1600"/>
              <a:t>Significance: The invention of the printing press in the 15th century democratized access to information. By mechanizing book production, it drastically reduced costs, accelerated the spread of literacy, and played a pivotal role in the Reformation, the Renaissance, and the Scientific Revolution.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4876495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
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What is filling your bucket today and what’s draining it?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2011680"/>
            <a:ext cx="5486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8000"/>
                </a:solidFill>
              </a:defRPr>
            </a:pPr>
            <a:r>
              <a:t>Filling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3474720"/>
            <a:ext cx="1097280" cy="457200"/>
          </a:xfrm>
          <a:prstGeom prst="rightArrow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0000"/>
                </a:solidFill>
              </a:defRPr>
            </a:pPr>
            <a:r>
              <a:t>Draining</a:t>
            </a:r>
          </a:p>
        </p:txBody>
      </p:sp>
      <p:sp>
        <p:nvSpPr>
          <p:cNvPr id="7" name="Left Arrow 6"/>
          <p:cNvSpPr/>
          <p:nvPr/>
        </p:nvSpPr>
        <p:spPr>
          <a:xfrm>
            <a:off x="9144000" y="3474720"/>
            <a:ext cx="1097280" cy="457200"/>
          </a:xfrm>
          <a:prstGeom prst="leftArrow">
            <a:avLst/>
          </a:prstGeom>
          <a:solidFill>
            <a:srgbClr val="C80000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
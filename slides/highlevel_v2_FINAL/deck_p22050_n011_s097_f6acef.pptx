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VIEWING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📹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21945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0000"/>
                </a:solidFill>
              </a:defRPr>
            </a:pPr>
            <a:r>
              <a:t>Friends | Joey Doesn't Share Food!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323232"/>
                </a:solidFill>
              </a:defRPr>
            </a:pPr>
            <a:r>
              <a:t>Watch the first 2 minutes of the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
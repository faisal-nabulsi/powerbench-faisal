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What is filling your bucket today and what’s draining it?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2286000"/>
            <a:ext cx="50292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2286000"/>
            <a:ext cx="2286000" cy="1371600"/>
          </a:xfrm>
          <a:prstGeom prst="roundRect">
            <a:avLst/>
          </a:prstGeom>
          <a:solidFill>
            <a:srgbClr val="C8FFC8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6400"/>
                </a:solidFill>
              </a:defRPr>
            </a:pPr>
            <a:r>
              <a:t>Filling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2286000"/>
            <a:ext cx="2286000" cy="137160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60000"/>
                </a:solidFill>
              </a:defRPr>
            </a:pPr>
            <a:r>
              <a:t>Draining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274320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8503920" y="2743200"/>
            <a:ext cx="365760" cy="27432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
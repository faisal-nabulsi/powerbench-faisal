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13131"/>
                </a:solidFill>
              </a:defRPr>
            </a:pPr>
            <a:r>
              <a:t>Branding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F6F6F"/>
                </a:solidFill>
              </a:defRPr>
            </a:pPr>
            <a:r>
              <a:t>Airbnb's Brand Evolution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731520"/>
            <a:ext cx="320040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5A5F"/>
                </a:solidFill>
              </a:defRPr>
            </a:pPr>
            <a:r>
              <a:t>The Bélo Symbol &amp; Color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0972800" cy="914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286000" y="3886200"/>
            <a:ext cx="457200" cy="457200"/>
          </a:xfrm>
          <a:prstGeom prst="blockArc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3131"/>
                </a:solidFill>
              </a:defRPr>
            </a:pPr>
            <a:r>
              <a:t>2008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F6F6F"/>
                </a:solidFill>
              </a:defRPr>
            </a:pPr>
            <a:r>
              <a:t>"Bosh" Logo</a:t>
            </a:r>
            <a:br/>
            <a:r>
              <a:t>Playful, hand-drawn aesthetic</a:t>
            </a:r>
            <a:br/>
            <a:r>
              <a:t>representing startup roots.</a:t>
            </a:r>
          </a:p>
        </p:txBody>
      </p:sp>
      <p:sp>
        <p:nvSpPr>
          <p:cNvPr id="10" name="Block Arc 9"/>
          <p:cNvSpPr/>
          <p:nvPr/>
        </p:nvSpPr>
        <p:spPr>
          <a:xfrm>
            <a:off x="5943600" y="3886200"/>
            <a:ext cx="457200" cy="457200"/>
          </a:xfrm>
          <a:prstGeom prst="blockArc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4572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3131"/>
                </a:solidFill>
              </a:defRPr>
            </a:pPr>
            <a: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120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F6F6F"/>
                </a:solidFill>
              </a:defRPr>
            </a:pPr>
            <a:r>
              <a:t>Launch of Bélo</a:t>
            </a:r>
            <a:br/>
            <a:r>
              <a:t>A custom icon encapsulating</a:t>
            </a:r>
            <a:br/>
            <a:r>
              <a:t>Belonging, Love, and Life.</a:t>
            </a:r>
          </a:p>
        </p:txBody>
      </p:sp>
      <p:sp>
        <p:nvSpPr>
          <p:cNvPr id="13" name="Block Arc 12"/>
          <p:cNvSpPr/>
          <p:nvPr/>
        </p:nvSpPr>
        <p:spPr>
          <a:xfrm>
            <a:off x="9601200" y="3886200"/>
            <a:ext cx="457200" cy="457200"/>
          </a:xfrm>
          <a:prstGeom prst="blockArc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4572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3131"/>
                </a:solidFill>
              </a:defRPr>
            </a:pPr>
            <a:r>
              <a:t>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20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F6F6F"/>
                </a:solidFill>
              </a:defRPr>
            </a:pPr>
            <a:r>
              <a:t>Refined Identity</a:t>
            </a:r>
            <a:br/>
            <a:r>
              <a:t>Simplified Bélo mark.</a:t>
            </a:r>
            <a:br/>
            <a:r>
              <a:t>Focus on Coral Red (#FF5A5F).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
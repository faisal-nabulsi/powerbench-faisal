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Types of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Bef>
                <a:spcPts val="1200"/>
              </a:spcBef>
            </a:pPr>
            <a:r>
              <a:rPr sz="1800"/>
              <a:t>Private Blockchain: </a:t>
            </a:r>
            <a:r>
              <a:rPr sz="1800"/>
              <a:t>A restricted network where participation is controlled by a single organization or group. It prioritizes privacy, security, and transaction speed over decentralization.</a:t>
            </a:r>
          </a:p>
          <a:p>
            <a:pPr algn="l">
              <a:spcBef>
                <a:spcPts val="1200"/>
              </a:spcBef>
            </a:pPr>
            <a:r>
              <a:rPr sz="1800"/>
              <a:t>Public Blockchain: </a:t>
            </a:r>
            <a:r>
              <a:rPr sz="1800"/>
              <a:t>An open, decentralized network accessible to anyone via the internet. Anyone can read, write data, or audit the network, ensuring maximum transparency and censorship resistance.</a:t>
            </a:r>
          </a:p>
          <a:p>
            <a:pPr algn="l">
              <a:spcBef>
                <a:spcPts val="1200"/>
              </a:spcBef>
            </a:pPr>
            <a:r>
              <a:rPr sz="1800"/>
              <a:t>Permissioned Blockchain: </a:t>
            </a:r>
            <a:r>
              <a:rPr sz="1800"/>
              <a:t>A network with restricted access where users must be authorized to join as nodes. It allows for consensus mechanisms and access controls defined by the network members.</a:t>
            </a:r>
          </a:p>
          <a:p>
            <a:pPr algn="l">
              <a:spcBef>
                <a:spcPts val="1200"/>
              </a:spcBef>
            </a:pPr>
            <a:r>
              <a:rPr sz="1800"/>
              <a:t>Hybrid Blockchain: </a:t>
            </a:r>
            <a:r>
              <a:rPr sz="1800"/>
              <a:t>A composite architecture that combines elements of public and private blockchains. It allows data to be kept private while utilizing public blockchain's benefits like smart contracts.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
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33333"/>
                </a:solidFill>
              </a:rPr>
              <a:t>Top Grades Are Not the Sole Determinant of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True success is multifaceted. It relies on:</a:t>
            </a:r>
          </a:p>
          <a:p>
            <a:r>
              <a:rPr sz="2400" b="1">
                <a:solidFill>
                  <a:srgbClr val="E60000"/>
                </a:solidFill>
              </a:rPr>
              <a:t>• Resilience</a:t>
            </a:r>
          </a:p>
          <a:p>
            <a:r>
              <a:rPr sz="2400" b="1">
                <a:solidFill>
                  <a:srgbClr val="0071C5"/>
                </a:solidFill>
              </a:rPr>
              <a:t>• Creativity</a:t>
            </a:r>
          </a:p>
          <a:p>
            <a:r>
              <a:rPr sz="2400" b="1">
                <a:solidFill>
                  <a:srgbClr val="009900"/>
                </a:solidFill>
              </a:rPr>
              <a:t>• Empathy</a:t>
            </a:r>
          </a:p>
          <a:p>
            <a:r>
              <a:rPr sz="2400" b="1">
                <a:solidFill>
                  <a:srgbClr val="FF8000"/>
                </a:solidFill>
              </a:rPr>
              <a:t>• Adaptability</a:t>
            </a:r>
          </a:p>
          <a:p>
            <a:r>
              <a:rPr sz="2000">
                <a:solidFill>
                  <a:srgbClr val="333333"/>
                </a:solidFill>
              </a:rPr>
              <a:t>
and many other soft skills.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
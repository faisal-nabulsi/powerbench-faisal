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Discussion Prompt:
How did Joey's date go? Please provide short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/>
              <a:t>PART 2</a:t>
            </a:r>
          </a:p>
          <a:p>
            <a:r>
              <a:rPr sz="1800"/>
              <a:t>Refer back to the previous section for comparison.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
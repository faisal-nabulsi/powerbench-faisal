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PRONUNCIATION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>
                <a:solidFill>
                  <a:srgbClr val="282828"/>
                </a:solidFill>
              </a:defRPr>
            </a:pPr>
            <a:r>
              <a:t>What is the general rule for the pronunciation of the letter 'y' at the end of a word?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3C3C3C"/>
                </a:solidFill>
              </a:defRPr>
            </a:pPr>
            <a:r>
              <a:t>a. It is always pronounced as a long 'i' sound.</a:t>
            </a:r>
          </a:p>
          <a:p>
            <a:pPr>
              <a:spcAft>
                <a:spcPts val="1500"/>
              </a:spcAft>
              <a:defRPr sz="2200">
                <a:solidFill>
                  <a:srgbClr val="3C3C3C"/>
                </a:solidFill>
              </a:defRPr>
            </a:pPr>
            <a:r>
              <a:t>b. It is always pronounced as a short 'e' sound.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c. It can be pronounced as a long 'i' or a long 'e' sound depending on the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
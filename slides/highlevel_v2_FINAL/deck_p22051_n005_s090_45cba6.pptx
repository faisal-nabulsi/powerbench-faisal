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The Marketing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09728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MARKETING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3200400"/>
            <a:ext cx="914400" cy="9144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Target</a:t>
            </a:r>
            <a:br/>
            <a:r>
              <a:t>Market</a:t>
            </a:r>
          </a:p>
        </p:txBody>
      </p:sp>
      <p:sp>
        <p:nvSpPr>
          <p:cNvPr id="5" name="Hexagon 4"/>
          <p:cNvSpPr/>
          <p:nvPr/>
        </p:nvSpPr>
        <p:spPr>
          <a:xfrm>
            <a:off x="4389120" y="1463040"/>
            <a:ext cx="1280160" cy="1097280"/>
          </a:xfrm>
          <a:prstGeom prst="hexagon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6" name="Hexagon 5"/>
          <p:cNvSpPr/>
          <p:nvPr/>
        </p:nvSpPr>
        <p:spPr>
          <a:xfrm>
            <a:off x="6035040" y="3108960"/>
            <a:ext cx="1280160" cy="1097280"/>
          </a:xfrm>
          <a:prstGeom prst="hexagon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Price</a:t>
            </a:r>
          </a:p>
        </p:txBody>
      </p:sp>
      <p:sp>
        <p:nvSpPr>
          <p:cNvPr id="7" name="Hexagon 6"/>
          <p:cNvSpPr/>
          <p:nvPr/>
        </p:nvSpPr>
        <p:spPr>
          <a:xfrm>
            <a:off x="4389120" y="4754880"/>
            <a:ext cx="1280160" cy="1097280"/>
          </a:xfrm>
          <a:prstGeom prst="hexagon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Place</a:t>
            </a:r>
          </a:p>
        </p:txBody>
      </p:sp>
      <p:sp>
        <p:nvSpPr>
          <p:cNvPr id="8" name="Hexagon 7"/>
          <p:cNvSpPr/>
          <p:nvPr/>
        </p:nvSpPr>
        <p:spPr>
          <a:xfrm>
            <a:off x="2743200" y="3108960"/>
            <a:ext cx="1280160" cy="1097280"/>
          </a:xfrm>
          <a:prstGeom prst="hexagon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Promotion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
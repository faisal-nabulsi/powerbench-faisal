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76895" y="0"/>
            <a:ext cx="4114800" cy="2743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42655" y="3657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200">
                <a:solidFill>
                  <a:srgbClr val="FFFFFF"/>
                </a:solidFill>
              </a:defRPr>
            </a:pPr>
            <a:r>
              <a:t>WHAT IS MARKET?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
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0000"/>
                </a:solidFill>
              </a:defRPr>
            </a:pPr>
            <a:r>
              <a:t>PRONUNCIATION ACTIVITY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>
                <a:solidFill>
                  <a:srgbClr val="000000"/>
                </a:solidFill>
              </a:defRPr>
            </a:pPr>
            <a:r>
              <a:t>What is the general rule for the pronunciation of the 'th' digraph?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a) It is always pronounced as a voiced sound /ð/.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b) It is always pronounced as an unvoiced sound /θ/.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c) It can be pronounced as either voiced /ð/ or unvoiced /θ/ depending on the word.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
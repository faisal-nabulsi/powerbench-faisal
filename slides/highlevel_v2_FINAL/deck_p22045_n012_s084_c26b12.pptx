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286000"/>
            <a:ext cx="76196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0000"/>
                </a:solidFill>
              </a:rPr>
              <a:t>This is Bélo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
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KEY reasons why academic success is important in society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200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Personal Growth and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</a:rPr>
              <a:t>Fosters critical thinking, self-discipline, and a lifelong love for learning, shaping well-rounded individuals.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45920"/>
            <a:ext cx="1371600" cy="1371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0" y="3200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Employability and Career Opportunities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84048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</a:rPr>
              <a:t>Opens doors to diverse career paths, enhances job security, and leads to higher earning potential.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645920"/>
            <a:ext cx="1371600" cy="1371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0" y="3200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Economic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84048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</a:rPr>
              <a:t>Drives innovation, increases productivity, and contributes significantly to the overall economic growth of the nation.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
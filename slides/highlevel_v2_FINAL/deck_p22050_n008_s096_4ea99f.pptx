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Various Media drive Various forms of Global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GLOBAL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/>
              <a:t>• Definition: The increasing interconnectedness of countries and regions through the exchange of goods, services, capital, technology, and information.</a:t>
            </a:r>
          </a:p>
          <a:p>
            <a:r>
              <a:rPr sz="2000"/>
              <a:t>• Processes: Driven by media and technology to reduce communication barriers, facilitating the flow of ideas, migration, and cross-border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
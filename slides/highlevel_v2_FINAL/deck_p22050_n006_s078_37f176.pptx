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/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Discussion &amp; Short Answers</a:t>
            </a:r>
          </a:p>
          <a:p>
            <a:pPr>
              <a:spcBef>
                <a:spcPts val="1200"/>
              </a:spcBef>
              <a:defRPr sz="1800"/>
            </a:pPr>
            <a:r>
              <a:t>Reflect on Joey's date:</a:t>
            </a:r>
            <a:br/>
            <a:br/>
            <a:r>
              <a:t>• What were the key moments that went wrong?</a:t>
            </a:r>
            <a:br/>
            <a:r>
              <a:t>• How did his personality traits impact the outcome?</a:t>
            </a:r>
            <a:br/>
            <a:r>
              <a:t>• Provide short answers on how to improve.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7548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PART 2</a:t>
            </a:r>
          </a:p>
          <a:p>
            <a:pPr>
              <a:spcBef>
                <a:spcPts val="1200"/>
              </a:spcBef>
              <a:defRPr sz="1800"/>
            </a:pPr>
            <a:r>
              <a:t>Refer back to the previous section for a comparison of the date's outcome versus expectations.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
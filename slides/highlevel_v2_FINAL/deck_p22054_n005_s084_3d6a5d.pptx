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95247" y="457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12121"/>
                </a:solidFill>
              </a:rPr>
              <a:t>Graphic Design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2286000"/>
            <a:ext cx="7772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
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366"/>
                </a:solidFill>
              </a:rPr>
              <a:t>5 Stages of Development of Media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06600"/>
                </a:solidFill>
              </a:rPr>
              <a:t>4. ELECTRONIC MEDIA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/>
            <a:r>
              <a:rPr sz="1400"/>
              <a:t>Components: Includes radio, television, and digital platforms, enabling real-time transmission of audio and visual content.</a:t>
            </a:r>
          </a:p>
          <a:p>
            <a:pPr/>
            <a:r>
              <a:rPr sz="1400"/>
              <a:t>Significance: Revolutionized communication by breaking geographical barriers and fostering a globally connected society.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486400" cy="5029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
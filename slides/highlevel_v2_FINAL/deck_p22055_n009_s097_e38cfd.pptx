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ELO's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  <a:latin typeface="Arial"/>
              </a:rPr>
              <a:t>• Market and Opportunity</a:t>
            </a:r>
          </a:p>
          <a:p>
            <a:r>
              <a:rPr sz="2400">
                <a:solidFill>
                  <a:srgbClr val="FFFFFF"/>
                </a:solidFill>
                <a:latin typeface="Arial"/>
              </a:rPr>
              <a:t>• Market and Equality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
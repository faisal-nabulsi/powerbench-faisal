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Disadvantages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Key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Scalability: Limited transaction throughput compared to centralized systems.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Energy Consumption: High electricity usage, particularly in Proof-of-Work.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Security Risks: Vulnerabilities in smart contracts and private key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Regulatory Uncertainty: Evolving legal frameworks create compliance challenges.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Irreversibility: Transactions cannot be undone once confirmed.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Complexity: Steep learning curve for development and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Advantages vs. Disadvantages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688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
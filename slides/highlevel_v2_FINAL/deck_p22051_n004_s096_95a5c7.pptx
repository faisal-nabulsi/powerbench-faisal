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33333"/>
                </a:solidFill>
              </a:rPr>
              <a:t>Globalization isn’t possible to occur without 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b="1" sz="1600">
                <a:solidFill>
                  <a:srgbClr val="0070C0"/>
                </a:solidFill>
              </a:rPr>
              <a:t>•  Print Media: </a:t>
            </a:r>
            <a:r>
              <a:rPr sz="1600">
                <a:solidFill>
                  <a:srgbClr val="333333"/>
                </a:solidFill>
              </a:rPr>
              <a:t>Disseminates knowledge across borders, laying the groundwork for global awareness.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0070C0"/>
                </a:solidFill>
              </a:rPr>
              <a:t>•  Broadcast Media: </a:t>
            </a:r>
            <a:r>
              <a:rPr sz="1600">
                <a:solidFill>
                  <a:srgbClr val="333333"/>
                </a:solidFill>
              </a:rPr>
              <a:t>Enables real-time cultural exchange, fostering a shared global consciousness.</a:t>
            </a:r>
          </a:p>
          <a:p>
            <a:r>
              <a:rPr b="1" sz="1600">
                <a:solidFill>
                  <a:srgbClr val="0070C0"/>
                </a:solidFill>
              </a:rPr>
              <a:t>•  Digital Media: </a:t>
            </a:r>
            <a:r>
              <a:rPr sz="1600">
                <a:solidFill>
                  <a:srgbClr val="333333"/>
                </a:solidFill>
              </a:rPr>
              <a:t>Facilitates instant connectivity and economic integration worldwide.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029200" cy="11887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200400"/>
            <a:ext cx="5029200" cy="118872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572000"/>
            <a:ext cx="5029200" cy="1188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
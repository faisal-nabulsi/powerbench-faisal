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KEY Reasons Why Academic Success Is Important in Society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3328416" cy="4389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73736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7472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Innovation and Technological Advancement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2779776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05050"/>
                </a:solidFill>
              </a:defRPr>
            </a:pPr>
            <a:r>
              <a:t>Academic success fuels research and development, driving technological breakthroughs that solve complex societal problems and improve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173736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8576" y="347472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Social Mobility and Equality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4206240"/>
            <a:ext cx="2779776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05050"/>
                </a:solidFill>
              </a:defRPr>
            </a:pPr>
            <a:r>
              <a:t>Education acts as a powerful equalizer, providing individuals with the skills to overcome socioeconomic barriers and fostering a more inclusive society.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94192" y="1463040"/>
            <a:ext cx="3328416" cy="4389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73736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7072" y="347472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Civic Engagement and Informed Citizenship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4206240"/>
            <a:ext cx="2779776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05050"/>
                </a:solidFill>
              </a:defRPr>
            </a:pPr>
            <a:r>
              <a:t>Higher education cultivates critical thinking and civic awareness, enabling citizens to participate actively in democracy and contribute to community well-being.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
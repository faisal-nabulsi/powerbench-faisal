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4E79"/>
                </a:solidFill>
              </a:rPr>
              <a:t>KEY Reasons Why Academic Success Is Important in Society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46304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0"/>
            <a:ext cx="3456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Global Competitiveness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</a:rPr>
              <a:t>Builds a skilled workforce that drives economic growth and enhances international standing.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7" y="14630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70831" y="3017520"/>
            <a:ext cx="3456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Scientific Advancement and Research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</a:rPr>
              <a:t>Encourages innovation and critical thinking, leading to breakthroughs in science and technology.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46304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4463" y="3017520"/>
            <a:ext cx="3456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Cultural Enrichment and Social Cohesion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333333"/>
                </a:solidFill>
              </a:rPr>
              <a:t>Fosters understanding, empathy, and shared values, building stronger and more unified communities.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
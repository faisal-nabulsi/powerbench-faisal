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</a:rPr>
              <a:t>Lessons that we can learn from Elon Musk's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Embrace First Principles: Break down complex problems into fundamental truths rather than reasoning by analogy.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Resilience in Failure: View failure as feedback. Musk cites failure as essential for innovation.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Relentless Work Ethic: Dedication and hard work are often required to achieve extraordinary goals.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Take Calculated Risks: Opportunities for massive impact often come with significant risk.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Follow Your Passion: Pursue missions that inspire you, such as sustainable energy and space exploration.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555555"/>
                </a:solidFill>
              </a:rPr>
              <a:t>"Failure is an option here. If things are not failing, you are not innovating enough."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
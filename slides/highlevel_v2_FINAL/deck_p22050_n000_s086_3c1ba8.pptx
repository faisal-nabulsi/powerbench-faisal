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Read the dialogue excerpts below and categorize the verb forms into Past Simple or Past Continuous in the table.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7729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666847"/>
                <a:gridCol w="2666847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Dialogue Excerpt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Past Simple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Past Continuous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"Actually, while Sarah was cooking , the phone rang."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"He opened the window because it was getting hot."</a:t>
                      </a: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"We were playing football when it started to rain."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"I was reading a book as she was preparing tea."</a:t>
                      </a: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"We watched the movie while he was cleaning the house."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"She arrived home as they were having dinner."</a:t>
                      </a: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808080"/>
                </a:solidFill>
              </a:defRPr>
            </a:pPr>
            <a:r>
              <a:t>Analysing verb tenses in context — Part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
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600" b="1">
                <a:solidFill>
                  <a:srgbClr val="0000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323232"/>
                </a:solidFill>
              </a:defRPr>
            </a:pPr>
            <a:r>
              <a:t>Read the provided sentences below and categorize the examples of Past Simple and Past Continuous in the table. Ensure you include the dialogue excerpts from the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Dialogue Excerpts: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"I was studying when my friend called me."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"She walked to the park and saw an old friend."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"What were you doing at 8 PM yesterday?"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"We visited the museum last weekend."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480560"/>
          <a:ext cx="1127729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53104"/>
                <a:gridCol w="335219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Dialogue Excerpt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Past Simple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Past Continuous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"I was studying when my friend called me."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"She walked to the park and saw an old friend."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"What were you doing at 8 PM yesterday?"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"We visited the museum last weekend."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
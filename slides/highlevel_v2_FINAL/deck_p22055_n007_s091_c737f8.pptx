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Dynamics of Local and Global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 b="1"/>
              <a:t>1. Cultural Differentialism</a:t>
            </a:r>
          </a:p>
          <a:p>
            <a:pPr lvl="1">
              <a:spcAft>
                <a:spcPts val="1000"/>
              </a:spcAft>
            </a:pPr>
            <a:r>
              <a:rPr sz="2400"/>
              <a:t>Emphasizes the distinctness and preservation of unique cultural identities.</a:t>
            </a:r>
          </a:p>
          <a:p>
            <a:pPr>
              <a:spcAft>
                <a:spcPts val="1000"/>
              </a:spcAft>
            </a:pPr>
            <a:r>
              <a:rPr sz="2400" b="1"/>
              <a:t>2. Cultural Hybridization</a:t>
            </a:r>
          </a:p>
          <a:p>
            <a:pPr lvl="1">
              <a:spcAft>
                <a:spcPts val="1000"/>
              </a:spcAft>
            </a:pPr>
            <a:r>
              <a:rPr sz="2400"/>
              <a:t>Definition: The merging of global and local cultures to form new cultural expressions.</a:t>
            </a:r>
          </a:p>
          <a:p>
            <a:pPr lvl="1">
              <a:spcAft>
                <a:spcPts val="1000"/>
              </a:spcAft>
            </a:pPr>
            <a:r>
              <a:rPr sz="2400"/>
              <a:t>Integration of Cultures: The blending of diverse traditions and global influences.</a:t>
            </a:r>
          </a:p>
          <a:p>
            <a:pPr lvl="1">
              <a:spcAft>
                <a:spcPts val="1000"/>
              </a:spcAft>
            </a:pPr>
            <a:r>
              <a:rPr sz="2400"/>
              <a:t>Glocalization: Adapting global trends to fit specific local cultural contexts.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
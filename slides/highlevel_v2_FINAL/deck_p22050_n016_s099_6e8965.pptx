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/>
              <a:t>Effective Communication: </a:t>
            </a:r>
            <a:r>
              <a:rPr sz="1800"/>
              <a:t>Ability to convey information clearly and listen actively.</a:t>
            </a:r>
          </a:p>
          <a:p>
            <a:pPr>
              <a:spcAft>
                <a:spcPts val="1600"/>
              </a:spcAft>
            </a:pPr>
            <a:r>
              <a:rPr b="1" sz="1800"/>
              <a:t>Problem Solving and Critical Thinking: </a:t>
            </a:r>
            <a:r>
              <a:rPr sz="1800"/>
              <a:t>Analyzing complex issues to find logical solutions.</a:t>
            </a:r>
          </a:p>
          <a:p>
            <a:pPr>
              <a:spcAft>
                <a:spcPts val="1600"/>
              </a:spcAft>
            </a:pPr>
            <a:r>
              <a:rPr b="1" sz="1800"/>
              <a:t>Emotional Intelligence: </a:t>
            </a:r>
            <a:r>
              <a:rPr sz="1800"/>
              <a:t>Understanding and managing one's own emotions and empathizing with others.</a:t>
            </a:r>
          </a:p>
          <a:p>
            <a:pPr>
              <a:spcAft>
                <a:spcPts val="1600"/>
              </a:spcAft>
            </a:pPr>
            <a:r>
              <a:rPr b="1" sz="1800"/>
              <a:t>Adaptability and Resilience: </a:t>
            </a:r>
            <a:r>
              <a:rPr sz="1800"/>
              <a:t>Adjusting to change and recovering quickly from setbacks.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
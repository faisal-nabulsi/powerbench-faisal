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PRONUNCIATION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>
                <a:solidFill>
                  <a:srgbClr val="323232"/>
                </a:solidFill>
              </a:defRPr>
            </a:pPr>
            <a:r>
              <a:t>What is the general rule for this pronunciation scheme?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05050"/>
                </a:solidFill>
              </a:defRPr>
            </a:pPr>
            <a:r>
              <a:t>a) Vowels in unstressed syllables are reduced.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" y="4937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05050"/>
                </a:solidFill>
              </a:defRPr>
            </a:pPr>
            <a:r>
              <a:t>b) Stress is always applied to the root syllable.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" y="5760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05050"/>
                </a:solidFill>
              </a:defRPr>
            </a:pPr>
            <a:r>
              <a:t>c) Consonant clusters are simplified at the end of words.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
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914400"/>
            <a:ext cx="5029200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3847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333333"/>
                </a:solidFill>
                <a:latin typeface="Arial"/>
              </a:defRPr>
            </a:pPr>
            <a:r>
              <a:t>global media cultures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
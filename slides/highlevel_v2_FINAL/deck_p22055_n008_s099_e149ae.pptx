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/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Discussion Prompt: Let's talk about how we date in the modern 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1. What is the most important quality you look for in a partner?</a:t>
            </a:r>
          </a:p>
          <a:p>
            <a:pPr>
              <a:spcAft>
                <a:spcPts val="1400"/>
              </a:spcAft>
              <a:defRPr sz="2200"/>
            </a:pPr>
            <a:r>
              <a:t>2. How has social media impacted the way you approach dating?</a:t>
            </a:r>
          </a:p>
          <a:p>
            <a:pPr>
              <a:spcAft>
                <a:spcPts val="1400"/>
              </a:spcAft>
              <a:defRPr sz="2200"/>
            </a:pPr>
            <a:r>
              <a:t>3. What is your ideal scenario for a first date?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
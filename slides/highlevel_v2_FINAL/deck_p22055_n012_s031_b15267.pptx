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0" y="2057400"/>
            <a:ext cx="7772400" cy="2743200"/>
          </a:xfrm>
          <a:prstGeom prst="rect">
            <a:avLst/>
          </a:prstGeom>
          <a:solidFill>
            <a:srgbClr val="000000"/>
            <a:alpha val="5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971800"/>
            <a:ext cx="6858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Transportation and 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
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282828"/>
                </a:solidFill>
              </a:defRPr>
            </a:pPr>
            <a:r>
              <a:t>Obstacles that Elon faced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400" b="1">
                <a:solidFill>
                  <a:srgbClr val="0055A4"/>
                </a:solidFill>
              </a:defRPr>
            </a:pPr>
            <a:r>
              <a:t>• 2008 Bankruptcy Crisis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Both Tesla and SpaceX were simultaneously days away from total financial collapse before securing critical last-minute funding.</a:t>
            </a:r>
          </a:p>
          <a:p>
            <a:pPr>
              <a:spcAft>
                <a:spcPts val="200"/>
              </a:spcAft>
              <a:defRPr sz="2400" b="1">
                <a:solidFill>
                  <a:srgbClr val="0055A4"/>
                </a:solidFill>
              </a:defRPr>
            </a:pPr>
            <a:r>
              <a:t>• SpaceX Launch Failures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The Falcon 1 rocket failed three times in a row, nearly ending the company before achieving orbit on the fourth attempt.</a:t>
            </a:r>
          </a:p>
          <a:p>
            <a:pPr>
              <a:spcAft>
                <a:spcPts val="200"/>
              </a:spcAft>
              <a:defRPr sz="2400" b="1">
                <a:solidFill>
                  <a:srgbClr val="0055A4"/>
                </a:solidFill>
              </a:defRPr>
            </a:pPr>
            <a:r>
              <a:t>• Model 3 Production Hell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Scaling manufacturing to meet massive demand caused severe bottlenecks, leading Musk to sleep on the factory floor for weeks.</a:t>
            </a:r>
          </a:p>
          <a:p>
            <a:pPr>
              <a:spcAft>
                <a:spcPts val="200"/>
              </a:spcAft>
              <a:defRPr sz="2400" b="1">
                <a:solidFill>
                  <a:srgbClr val="0055A4"/>
                </a:solidFill>
              </a:defRPr>
            </a:pPr>
            <a:r>
              <a:t>• Regulatory &amp; SEC Scrutiny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Faced intense investigations regarding public statements on social media and complex compliance issues with federal regulations.</a:t>
            </a:r>
          </a:p>
          <a:p>
            <a:pPr>
              <a:spcAft>
                <a:spcPts val="200"/>
              </a:spcAft>
              <a:defRPr sz="2400" b="1">
                <a:solidFill>
                  <a:srgbClr val="0055A4"/>
                </a:solidFill>
              </a:defRPr>
            </a:pPr>
            <a:r>
              <a:t>• Cybertruck Engineering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</a:defRPr>
            </a:pPr>
            <a:r>
              <a:t>  Developing a viable manufacturing process for an ultra-hard stainless steel exoskeleton presented unique industrial hurdles.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
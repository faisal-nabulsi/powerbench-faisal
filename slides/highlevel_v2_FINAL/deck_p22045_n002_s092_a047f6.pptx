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2339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0000"/>
                </a:solidFill>
              </a:defRPr>
            </a:pPr>
            <a:r>
              <a:t>QUIZ &amp; REVIEW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339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505050"/>
                </a:solidFill>
              </a:defRPr>
            </a:pPr>
            <a:r>
              <a:t>Work with a partner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504" y="32004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
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F5496"/>
                </a:solidFill>
              </a:defRPr>
            </a:pPr>
            <a:r>
              <a:t>Top Grades Are Not the Sole Determinant of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</a:rPr>
              <a:t>Success is a multifaceted journey that extends far beyond the classroom. While academic performance is valuable, it is only one piece of the puzzle. True achievement is often defined by: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0070C0"/>
                </a:solidFill>
              </a:rPr>
              <a:t>Resilience: </a:t>
            </a:r>
            <a:r>
              <a:rPr sz="1800"/>
              <a:t>The capacity to recover quickly from difficulties; toughness.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FF8C00"/>
                </a:solidFill>
              </a:rPr>
              <a:t>Creativity: </a:t>
            </a:r>
            <a:r>
              <a:rPr sz="1800"/>
              <a:t>The use of imagination or original ideas to create something.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107C10"/>
                </a:solidFill>
              </a:rPr>
              <a:t>Emotional Intelligence: </a:t>
            </a:r>
            <a:r>
              <a:rPr sz="1800"/>
              <a:t>The ability to understand, use, and manage your own emotions in positive ways.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
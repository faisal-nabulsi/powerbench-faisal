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047" y="1371600"/>
            <a:ext cx="3657600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09847" y="5212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global media cultures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
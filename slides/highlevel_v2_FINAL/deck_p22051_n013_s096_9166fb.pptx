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Prompt: What is your go-to strategy for making a good first impression on a date?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2860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
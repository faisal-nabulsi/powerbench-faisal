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914400"/>
            <a:ext cx="73152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Components of Visual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C864"/>
                </a:solidFill>
              </a:defRPr>
            </a:pPr>
            <a:r>
              <a:t>Craftsmanship</a:t>
            </a:r>
          </a:p>
          <a:p>
            <a:pPr lvl="1">
              <a:spcBef>
                <a:spcPts val="500"/>
              </a:spcBef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The art of creating visual elements with precision, skill, and high attention to detail. It reflects the mastery of tools and the quality of execution in the final design.</a:t>
            </a:r>
          </a:p>
          <a:p>
            <a:pPr>
              <a:defRPr sz="2800" b="1">
                <a:solidFill>
                  <a:srgbClr val="FFC864"/>
                </a:solidFill>
              </a:defRPr>
            </a:pPr>
            <a:r>
              <a:t>Visual Components</a:t>
            </a:r>
          </a:p>
          <a:p>
            <a:pPr lvl="1">
              <a:spcBef>
                <a:spcPts val="500"/>
              </a:spcBef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The fundamental building blocks of design, including color theory, typography, lines, shapes, and textures, which are combined to construct meaningful visual messages.</a:t>
            </a:r>
          </a:p>
          <a:p>
            <a:pPr>
              <a:defRPr sz="2800" b="1">
                <a:solidFill>
                  <a:srgbClr val="FFC864"/>
                </a:solidFill>
              </a:defRPr>
            </a:pPr>
            <a:r>
              <a:t>Composition &amp; Layout</a:t>
            </a:r>
          </a:p>
          <a:p>
            <a:pPr lvl="1">
              <a:spcBef>
                <a:spcPts val="500"/>
              </a:spcBef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The strategic arrangement of visual elements within a space to guide the viewer's eye, create balance, and ensure the communication of ideas is clear and impactful.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
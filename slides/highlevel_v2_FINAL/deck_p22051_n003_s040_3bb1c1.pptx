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KEY reasons why academic success is important in society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1031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Personal Growth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Fosters critical thinking, self-discipline, and a lifelong love for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47472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0312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Employability and Career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06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Opens doors to diverse career paths, increasing job security and earning potential.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347472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10312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Economic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06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Drives innovation and productivity, leading to economic growth and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
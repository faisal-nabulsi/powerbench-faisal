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Successful Individuals with Top Academic Records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4592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6634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000000"/>
                </a:solidFill>
              </a:rPr>
              <a:t>Neil deGrasse Tyson</a:t>
            </a:r>
          </a:p>
          <a:p>
            <a:pPr>
              <a:spcBef>
                <a:spcPts val="600"/>
              </a:spcBef>
            </a:pPr>
            <a:r>
              <a:rPr i="1" sz="1400">
                <a:solidFill>
                  <a:srgbClr val="555555"/>
                </a:solidFill>
              </a:rPr>
              <a:t>Astrophysicist &amp; Author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</a:rPr>
              <a:t>Harvard University (BA), Columbia University (PhD)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4592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00600" y="46634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000000"/>
                </a:solidFill>
              </a:rPr>
              <a:t>Mae Jemison</a:t>
            </a:r>
          </a:p>
          <a:p>
            <a:pPr>
              <a:spcBef>
                <a:spcPts val="600"/>
              </a:spcBef>
            </a:pPr>
            <a:r>
              <a:rPr i="1" sz="1400">
                <a:solidFill>
                  <a:srgbClr val="555555"/>
                </a:solidFill>
              </a:rPr>
              <a:t>Engineer &amp; NASA Astronaut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</a:rPr>
              <a:t>Stanford University (BS), Cornell University (MD)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64592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46634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000000"/>
                </a:solidFill>
              </a:rPr>
              <a:t>Carl Sagan</a:t>
            </a:r>
          </a:p>
          <a:p>
            <a:pPr>
              <a:spcBef>
                <a:spcPts val="600"/>
              </a:spcBef>
            </a:pPr>
            <a:r>
              <a:rPr i="1" sz="1400">
                <a:solidFill>
                  <a:srgbClr val="555555"/>
                </a:solidFill>
              </a:rPr>
              <a:t>Astronomer &amp; Science Popularizer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</a:rPr>
              <a:t>University of Chicago (BS/MS), UC Berkeley (PhD)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
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Branding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200400"/>
            <a:ext cx="9448495" cy="4572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3040380"/>
            <a:ext cx="365760" cy="36576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58902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2008</a:t>
            </a:r>
            <a:br/>
            <a:r>
              <a:t>AirBed&amp;Breakfast</a:t>
            </a:r>
          </a:p>
        </p:txBody>
      </p:sp>
      <p:sp>
        <p:nvSpPr>
          <p:cNvPr id="6" name="Oval 5"/>
          <p:cNvSpPr/>
          <p:nvPr/>
        </p:nvSpPr>
        <p:spPr>
          <a:xfrm>
            <a:off x="5912967" y="3040380"/>
            <a:ext cx="365760" cy="365760"/>
          </a:xfrm>
          <a:prstGeom prst="ellipse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8647" y="19431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2009</a:t>
            </a:r>
            <a:br/>
            <a:r>
              <a:t>Airbnb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276606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62895" y="38633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2014</a:t>
            </a:r>
            <a:br/>
            <a:r>
              <a:t>The Bélo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75488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/>
            </a:pPr>
            <a:r>
              <a:t>"The Bélo represents belonging anywhere and is a symbol of the sharing economy."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
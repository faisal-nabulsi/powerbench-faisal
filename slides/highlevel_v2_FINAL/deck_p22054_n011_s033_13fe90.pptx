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3847" y="1371600"/>
            <a:ext cx="9144000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3847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Transportation and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
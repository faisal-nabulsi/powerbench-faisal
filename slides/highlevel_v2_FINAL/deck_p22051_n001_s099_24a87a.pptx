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/>
            </a:pPr>
            <a:r>
              <a:t>Advantages of Blockchain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• Decentralization: No central authority; distributed control.</a:t>
            </a:r>
          </a:p>
          <a:p>
            <a:pPr>
              <a:spcAft>
                <a:spcPts val="1200"/>
              </a:spcAft>
              <a:defRPr sz="2200"/>
            </a:pPr>
            <a:r>
              <a:t>• Transparency: Shared, viewable ledger of transactions.</a:t>
            </a:r>
          </a:p>
          <a:p>
            <a:pPr>
              <a:spcAft>
                <a:spcPts val="1200"/>
              </a:spcAft>
              <a:defRPr sz="2200"/>
            </a:pPr>
            <a:r>
              <a:t>• Security: Cryptographic hashing protects data integrity.</a:t>
            </a:r>
          </a:p>
          <a:p>
            <a:pPr>
              <a:spcAft>
                <a:spcPts val="1200"/>
              </a:spcAft>
              <a:defRPr sz="2200"/>
            </a:pPr>
            <a:r>
              <a:t>• Immutability: Data cannot be altered once recorded.</a:t>
            </a:r>
          </a:p>
          <a:p>
            <a:pPr>
              <a:spcAft>
                <a:spcPts val="1200"/>
              </a:spcAft>
              <a:defRPr sz="2200"/>
            </a:pPr>
            <a:r>
              <a:t>• Efficiency: Streamlines processes and reduces costs.</a:t>
            </a:r>
          </a:p>
          <a:p>
            <a:pPr>
              <a:spcAft>
                <a:spcPts val="1200"/>
              </a:spcAft>
              <a:defRPr sz="2200"/>
            </a:pPr>
            <a:r>
              <a:t>• Traceability: Complete audit trail of all activities.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12064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
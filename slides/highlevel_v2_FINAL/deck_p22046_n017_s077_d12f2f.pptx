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Discussion Prompt:</a:t>
            </a:r>
          </a:p>
          <a:p>
            <a:pPr>
              <a:defRPr sz="1800"/>
            </a:pPr>
            <a:r>
              <a:t>Think about Joey's recent date.</a:t>
            </a:r>
          </a:p>
          <a:p>
            <a:pPr>
              <a:defRPr sz="1800"/>
            </a:pPr>
            <a:r>
              <a:t>1. What was the most memorable moment?</a:t>
            </a:r>
          </a:p>
          <a:p>
            <a:pPr>
              <a:defRPr sz="1800"/>
            </a:pPr>
            <a:r>
              <a:t>2. How did Joey react to the surprise gift?</a:t>
            </a:r>
          </a:p>
          <a:p>
            <a:pPr>
              <a:defRPr sz="1800"/>
            </a:pPr>
            <a:r>
              <a:t>3. Would you recommend this restaurant to a friend? Why or why not?</a:t>
            </a:r>
          </a:p>
          <a:p>
            <a:pPr>
              <a:defRPr sz="1800" i="1"/>
            </a:pPr>
            <a:r>
              <a:t>(Write your short answers below)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PART 2</a:t>
            </a:r>
          </a:p>
          <a:p>
            <a:pPr>
              <a:defRPr sz="1600"/>
            </a:pPr>
            <a:r>
              <a:t>Instruction: Please refer back to the previous section for comparison with Joey's date experience.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
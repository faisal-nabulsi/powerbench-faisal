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12121"/>
                </a:solidFill>
              </a:defRPr>
            </a:pPr>
            <a:r>
              <a:t>Dynamics of Local and Global Culture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600">
                <a:solidFill>
                  <a:srgbClr val="000000"/>
                </a:solidFill>
              </a:defRPr>
            </a:pPr>
            <a:r>
              <a:t>• Cultural Differentialism</a:t>
            </a:r>
          </a:p>
          <a:p>
            <a:pPr>
              <a:spcAft>
                <a:spcPts val="600"/>
              </a:spcAft>
              <a:defRPr sz="2600">
                <a:solidFill>
                  <a:srgbClr val="000000"/>
                </a:solidFill>
              </a:defRPr>
            </a:pPr>
            <a:r>
              <a:t>• Cultural Hybridization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    - Definition: The blending of distinct cultural elements to form new, mixed cultural forms.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    - Integration of cultures: The process where local and global traits merge and coexist.</a:t>
            </a:r>
          </a:p>
          <a:p>
            <a:pPr>
              <a:defRPr sz="2000">
                <a:solidFill>
                  <a:srgbClr val="3C3C3C"/>
                </a:solidFill>
              </a:defRPr>
            </a:pPr>
            <a:r>
              <a:t>    - "glocalization": The adaptation of global phenomena to fit local contexts and preferences.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
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Blockchain?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/>
              <a:t>Definition</a:t>
            </a:r>
          </a:p>
          <a:p>
            <a:pPr lvl="1"/>
            <a:r>
              <a:rPr sz="1800"/>
              <a:t>A distributed, decentralized digital ledger that records transactions across many computers. It ensures data integrity and security without a central authority.</a:t>
            </a:r>
          </a:p>
          <a:p>
            <a:pPr/>
            <a:r>
              <a:rPr sz="2200"/>
              <a:t>Structure</a:t>
            </a:r>
          </a:p>
          <a:p>
            <a:pPr lvl="1"/>
            <a:r>
              <a:rPr sz="1800"/>
              <a:t>Blocks: Containers storing transaction data, timestamps, and the cryptographic hash of the previous block.</a:t>
            </a:r>
          </a:p>
          <a:p>
            <a:pPr lvl="1"/>
            <a:r>
              <a:rPr sz="1800"/>
              <a:t>Chain: Blocks are linked chronologically; altering one block changes its hash, invalidating all subsequent blocks.</a:t>
            </a:r>
          </a:p>
          <a:p>
            <a:pPr/>
            <a:r>
              <a:rPr sz="2200"/>
              <a:t>Characteristics</a:t>
            </a:r>
          </a:p>
          <a:p>
            <a:pPr lvl="1"/>
            <a:r>
              <a:rPr sz="1800"/>
              <a:t>Decentralized: No single point of control over the network.</a:t>
            </a:r>
          </a:p>
          <a:p>
            <a:pPr lvl="1"/>
            <a:r>
              <a:rPr sz="1800"/>
              <a:t>Immutable: Records cannot be altered retroactively without consensus.</a:t>
            </a:r>
          </a:p>
          <a:p>
            <a:pPr lvl="1"/>
            <a:r>
              <a:rPr sz="1800"/>
              <a:t>Transparent: Visible to all network participants.</a:t>
            </a:r>
          </a:p>
          <a:p>
            <a:pPr lvl="1"/>
            <a:r>
              <a:rPr sz="1800"/>
              <a:t>Secure: Protected by advanced cryptographic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
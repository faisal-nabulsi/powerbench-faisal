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0000"/>
                </a:solidFill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323232"/>
                </a:solidFill>
              </a:rPr>
              <a:t>Imagine you are going on a first date.
What is the key to making a good first impression?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86000"/>
            <a:ext cx="59436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
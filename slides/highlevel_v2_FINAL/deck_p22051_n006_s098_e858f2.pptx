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Discussion Prompt:</a:t>
            </a:r>
            <a:br/>
            <a:br/>
            <a:r>
              <a:t>Review the details regarding Joey's date.</a:t>
            </a:r>
            <a:br/>
            <a:br/>
            <a:r>
              <a:t>Short Answers:</a:t>
            </a:r>
            <a:br/>
            <a:r>
              <a:t>1. Describe the atmosphere of the date.</a:t>
            </a:r>
            <a:br/>
            <a:r>
              <a:t>2. How did Joey handle the conversation?</a:t>
            </a:r>
            <a:br/>
            <a:r>
              <a:t>3. What was the outcome of the evening?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Comparison Task:</a:t>
            </a:r>
            <a:br/>
            <a:br/>
            <a:r>
              <a:t>Refer back to the previous section of this presentation to compare and contrast the events of Joey's date with the scenarios discussed earlier.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
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/>
            </a:pPr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534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323232"/>
                </a:solidFill>
              </a:defRPr>
            </a:pPr>
            <a:r>
              <a:t>Prompt: Describe a first date scenario where a basket of French fries becomes the center of attention.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00400"/>
            <a:ext cx="2743200" cy="32004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0" y="3657600"/>
            <a:ext cx="640080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>
                <a:solidFill>
                  <a:srgbClr val="000000"/>
                </a:solidFill>
              </a:defRPr>
            </a:pPr>
            <a:r>
              <a:t>"I didn't mean to spill ketchup </a:t>
            </a:r>
            <a:br/>
            <a:r>
              <a:t>on the dinner table!"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
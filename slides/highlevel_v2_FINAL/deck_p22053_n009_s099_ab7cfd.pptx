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LESSON REFLECTION: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/>
            </a:pPr>
            <a:r>
              <a:t>1. What was the most important thing you learned today?</a:t>
            </a:r>
          </a:p>
          <a:p>
            <a:pPr>
              <a:spcAft>
                <a:spcPts val="2400"/>
              </a:spcAft>
              <a:defRPr sz="2400"/>
            </a:pPr>
            <a:r>
              <a:t>2. What part of the lesson was challenging for you?</a:t>
            </a:r>
          </a:p>
          <a:p>
            <a:pPr>
              <a:spcAft>
                <a:spcPts val="2400"/>
              </a:spcAft>
              <a:defRPr sz="2400"/>
            </a:pPr>
            <a:r>
              <a:t>3. How can you apply what you learned to real-life situations?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
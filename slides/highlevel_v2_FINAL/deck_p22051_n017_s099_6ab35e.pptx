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C3E50"/>
                </a:solidFill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333333"/>
                </a:solidFill>
              </a:rPr>
              <a:t>Q1. Explain how a chain of market is formed? What purpose does it serve. (3+2=5 MARKS)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
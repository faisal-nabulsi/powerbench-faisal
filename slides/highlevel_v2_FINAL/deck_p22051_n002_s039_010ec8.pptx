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371600" y="914400"/>
            <a:ext cx="9448495" cy="914400"/>
          </a:xfrm>
          <a:prstGeom prst="rect">
            <a:avLst/>
          </a:prstGeom>
          <a:noFill/>
        </p:spPr>
        <p:txBody>
          <a:bodyPr wrap="square">
            <a:spAutoFit/>
          </a:bodyPr>
          <a:lstStyle/>
          <a:p>
            <a:pPr>
              <a:spcAft>
                <a:spcPts val="1000"/>
              </a:spcAft>
              <a:defRPr sz="4400" b="1">
                <a:solidFill>
                  <a:srgbClr val="FFFFFF"/>
                </a:solidFill>
                <a:latin typeface="Arial"/>
              </a:defRPr>
            </a:pPr>
            <a:r>
              <a:t>Innovations (Future Products or Services)</a:t>
            </a:r>
          </a:p>
        </p:txBody>
      </p:sp>
      <p:sp>
        <p:nvSpPr>
          <p:cNvPr id="4" name="TextBox 3"/>
          <p:cNvSpPr txBox="1"/>
          <p:nvPr/>
        </p:nvSpPr>
        <p:spPr>
          <a:xfrm>
            <a:off x="1371600" y="2286000"/>
            <a:ext cx="9448495" cy="2286000"/>
          </a:xfrm>
          <a:prstGeom prst="rect">
            <a:avLst/>
          </a:prstGeom>
          <a:noFill/>
        </p:spPr>
        <p:txBody>
          <a:bodyPr wrap="square">
            <a:spAutoFit/>
          </a:bodyPr>
          <a:lstStyle/>
          <a:p>
            <a:pPr>
              <a:spcAft>
                <a:spcPts val="1000"/>
              </a:spcAft>
              <a:defRPr sz="2400" b="1">
                <a:solidFill>
                  <a:srgbClr val="FFFFFF"/>
                </a:solidFill>
                <a:latin typeface="Arial"/>
              </a:defRPr>
            </a:pPr>
            <a:r>
              <a:t>Brief Description of Airbnb's 2021 Innovations:</a:t>
            </a:r>
          </a:p>
          <a:p>
            <a:pPr>
              <a:spcAft>
                <a:spcPts val="2000"/>
              </a:spcAft>
              <a:defRPr sz="1800">
                <a:solidFill>
                  <a:srgbClr val="FFFFFF"/>
                </a:solidFill>
                <a:latin typeface="Arial"/>
              </a:defRPr>
            </a:pPr>
            <a:r>
              <a:t>In 2021, Airbnb launched significant innovations focused on enhancing travel experiences. Key updates included the expansion of 'Airbnb Experiences' to include local classes and workshops, introducing 'Airbnb for Work' features, and rolling out new safety and verification tools for hosts and guests.</a:t>
            </a:r>
          </a:p>
        </p:txBody>
      </p:sp>
      <p:sp>
        <p:nvSpPr>
          <p:cNvPr id="5" name="TextBox 4"/>
          <p:cNvSpPr txBox="1"/>
          <p:nvPr/>
        </p:nvSpPr>
        <p:spPr>
          <a:xfrm>
            <a:off x="1371600" y="5029200"/>
            <a:ext cx="9448495" cy="1371600"/>
          </a:xfrm>
          <a:prstGeom prst="rect">
            <a:avLst/>
          </a:prstGeom>
          <a:noFill/>
        </p:spPr>
        <p:txBody>
          <a:bodyPr wrap="square">
            <a:spAutoFit/>
          </a:bodyPr>
          <a:lstStyle/>
          <a:p>
            <a:pPr algn="l">
              <a:spcAft>
                <a:spcPts val="500"/>
              </a:spcAft>
              <a:defRPr sz="2200" i="1">
                <a:solidFill>
                  <a:srgbClr val="FFFFFF"/>
                </a:solidFill>
                <a:latin typeface="Arial"/>
              </a:defRPr>
            </a:pPr>
            <a:r>
              <a:t>"We are building a platform for the future of travel, where connection and belonging are at the heart of every stay."</a:t>
            </a:r>
          </a:p>
          <a:p>
            <a:pPr algn="l">
              <a:defRPr sz="1600">
                <a:solidFill>
                  <a:srgbClr val="C8C8C8"/>
                </a:solidFill>
                <a:latin typeface="Arial"/>
              </a:defRPr>
            </a:pPr>
            <a:r>
              <a:t>— Brian Chesky, Co-founder and CEO of Airbnb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
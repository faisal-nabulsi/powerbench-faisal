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006B3F"/>
                </a:solidFill>
              </a:rPr>
              <a:t>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Choose true (T), false (F), or not given (N) based on video content.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</a:pPr>
            <a:r>
              <a:rPr b="1" sz="1600"/>
              <a:t>Joey: </a:t>
            </a:r>
            <a:r>
              <a:rPr sz="1600"/>
              <a:t>I just got a waitress job at Central Perk.</a:t>
            </a:r>
          </a:p>
          <a:p>
            <a:pPr>
              <a:spcAft>
                <a:spcPts val="800"/>
              </a:spcAft>
            </a:pPr>
            <a:r>
              <a:rPr b="1" sz="1600"/>
              <a:t>Friends: </a:t>
            </a:r>
            <a:r>
              <a:rPr sz="1600"/>
              <a:t>That's awesome, Joey! Do you have an outfit yet?</a:t>
            </a:r>
          </a:p>
          <a:p>
            <a:pPr>
              <a:spcAft>
                <a:spcPts val="800"/>
              </a:spcAft>
            </a:pPr>
            <a:r>
              <a:rPr b="1" sz="1600"/>
              <a:t>Joey: </a:t>
            </a:r>
            <a:r>
              <a:rPr sz="1600"/>
              <a:t>I'm thinking of wearing my 'How You Doin'?' shirt.</a:t>
            </a:r>
          </a:p>
          <a:p>
            <a:pPr>
              <a:spcAft>
                <a:spcPts val="800"/>
              </a:spcAft>
            </a:pPr>
            <a:r>
              <a:rPr b="1" sz="1600"/>
              <a:t>Friends: </a:t>
            </a:r>
            <a:r>
              <a:rPr sz="1600"/>
              <a:t>Joey, you can't wear that to work!</a:t>
            </a:r>
          </a:p>
          <a:p>
            <a:pPr>
              <a:spcAft>
                <a:spcPts val="800"/>
              </a:spcAft>
            </a:pPr>
            <a:r>
              <a:rPr b="1" sz="1600"/>
              <a:t>Joey: </a:t>
            </a:r>
            <a:r>
              <a:rPr sz="1600"/>
              <a:t>Why not? It's my lucky shirt.</a:t>
            </a:r>
          </a:p>
          <a:p>
            <a:pPr>
              <a:spcAft>
                <a:spcPts val="800"/>
              </a:spcAft>
            </a:pPr>
            <a:r>
              <a:rPr b="1" sz="1600"/>
              <a:t>Friends: </a:t>
            </a:r>
            <a:r>
              <a:rPr sz="1600"/>
              <a:t>Because the boss said no distracting customers.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</a:p>
          <a:p>
            <a:pPr>
              <a:spcAft>
                <a:spcPts val="800"/>
              </a:spcAft>
            </a:pPr>
            <a:r>
              <a:rPr b="1" sz="1600"/>
              <a:t>Task: </a:t>
            </a:r>
            <a:r>
              <a:rPr sz="1600"/>
              <a:t>Based on the conversation, determine if the statements are True, False, or Not Given.</a:t>
            </a:r>
          </a:p>
          <a:p>
            <a:pPr>
              <a:spcAft>
                <a:spcPts val="800"/>
              </a:spcAft>
            </a:pPr>
            <a:r>
              <a:rPr b="1" sz="1600"/>
              <a:t>1. </a:t>
            </a:r>
            <a:r>
              <a:rPr sz="1600"/>
              <a:t>Joey works at a restaurant.</a:t>
            </a:r>
          </a:p>
          <a:p>
            <a:pPr>
              <a:spcAft>
                <a:spcPts val="800"/>
              </a:spcAft>
            </a:pPr>
            <a:r>
              <a:rPr b="1" sz="1600"/>
              <a:t>2. </a:t>
            </a:r>
            <a:r>
              <a:rPr sz="1600"/>
              <a:t>Joey owns a 'How You Doin'?' shirt.</a:t>
            </a:r>
          </a:p>
          <a:p>
            <a:pPr>
              <a:spcAft>
                <a:spcPts val="800"/>
              </a:spcAft>
            </a:pPr>
            <a:r>
              <a:rPr b="1" sz="1600"/>
              <a:t>3. </a:t>
            </a:r>
            <a:r>
              <a:rPr sz="1600"/>
              <a:t>The boss likes the shirt.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57200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
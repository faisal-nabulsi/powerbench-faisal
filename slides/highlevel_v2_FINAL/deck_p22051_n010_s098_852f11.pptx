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Look Around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34495E"/>
                </a:solidFill>
              </a:defRPr>
            </a:pPr>
            <a:r>
              <a:t>Prompt for Producers:</a:t>
            </a:r>
          </a:p>
          <a:p>
            <a:pPr>
              <a:lnSpc>
                <a:spcPts val="2800"/>
              </a:lnSpc>
              <a:defRPr sz="1800">
                <a:solidFill>
                  <a:srgbClr val="555555"/>
                </a:solidFill>
              </a:defRPr>
            </a:pPr>
            <a:r>
              <a:t>1. OBSERVE: Scan the environment and the people present.</a:t>
            </a:r>
            <a:br/>
            <a:br/>
            <a:r>
              <a:t>2. IDENTIFY: Note body language, energy levels, and key needs.</a:t>
            </a:r>
            <a:br/>
            <a:br/>
            <a:r>
              <a:t>3. ADAPT: Adjust your production approach to resonate with the immediate context.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
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PRONUNCIATION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323232"/>
                </a:solidFill>
              </a:defRPr>
            </a:pPr>
            <a:r>
              <a:t>What is the general rule for the pronunciation of unstressed vowels in English?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400">
                <a:solidFill>
                  <a:srgbClr val="000000"/>
                </a:solidFill>
              </a:defRPr>
            </a:pPr>
            <a:r>
              <a:t>a) They are pronounced with their full vowel sound.</a:t>
            </a:r>
          </a:p>
          <a:p>
            <a:pPr algn="ctr">
              <a:spcAft>
                <a:spcPts val="1500"/>
              </a:spcAft>
              <a:defRPr sz="2400">
                <a:solidFill>
                  <a:srgbClr val="000000"/>
                </a:solidFill>
              </a:defRPr>
            </a:pPr>
            <a:r>
              <a:t>b) They are often reduced to a schwa sound (/ə/).</a:t>
            </a:r>
          </a:p>
          <a:p>
            <a:pPr algn="ctr">
              <a:defRPr sz="2400">
                <a:solidFill>
                  <a:srgbClr val="000000"/>
                </a:solidFill>
              </a:defRPr>
            </a:pPr>
            <a:r>
              <a:t>c) They are completely silent.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
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/>
              <a:t>VIEWING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48640"/>
            <a:ext cx="164592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/>
              <a:t>Friends | Joey Doesn't Share Food!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
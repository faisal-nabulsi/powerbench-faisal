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Dynamics of Local and Global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333333"/>
                </a:solidFill>
              </a:rPr>
              <a:t>Cultural Differentialism</a:t>
            </a:r>
          </a:p>
          <a:p>
            <a:pPr/>
            <a:r>
              <a:rPr sz="2400" b="1">
                <a:solidFill>
                  <a:srgbClr val="333333"/>
                </a:solidFill>
              </a:rPr>
              <a:t>Cultural Hybridization</a:t>
            </a:r>
          </a:p>
          <a:p>
            <a:pPr lvl="1"/>
            <a:r>
              <a:rPr sz="2400" b="0">
                <a:solidFill>
                  <a:srgbClr val="333333"/>
                </a:solidFill>
              </a:rPr>
              <a:t>Definition: The blending of cultural elements from different societies to create new cultural forms.</a:t>
            </a:r>
          </a:p>
          <a:p>
            <a:pPr lvl="1"/>
            <a:r>
              <a:rPr sz="2400" b="0">
                <a:solidFill>
                  <a:srgbClr val="333333"/>
                </a:solidFill>
              </a:rPr>
              <a:t>Integration of Cultures: The merging of distinct social practices, beliefs, and identities into a cohesive whole.</a:t>
            </a:r>
          </a:p>
          <a:p>
            <a:pPr lvl="1"/>
            <a:r>
              <a:rPr sz="2400" b="0">
                <a:solidFill>
                  <a:srgbClr val="333333"/>
                </a:solidFill>
              </a:rPr>
              <a:t>Glocalization: The adaptation of global products and practices to fit specific local cultural contexts.</a:t>
            </a:r>
          </a:p>
          <a:p>
            <a:pPr/>
            <a:r>
              <a:rPr sz="2400" b="1">
                <a:solidFill>
                  <a:srgbClr val="333333"/>
                </a:solidFill>
              </a:rPr>
              <a:t>Cultural Homogenization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
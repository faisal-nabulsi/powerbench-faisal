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r>
              <a:rPr sz="3600" b="1">
                <a:solidFill>
                  <a:srgbClr val="000000"/>
                </a:solidFill>
              </a:rPr>
              <a:t>Global and Local Cultural Products</a:t>
            </a:r>
          </a:p>
        </p:txBody>
      </p:sp>
      <p:sp>
        <p:nvSpPr>
          <p:cNvPr id="3" name="TextBox 2"/>
          <p:cNvSpPr txBox="1"/>
          <p:nvPr/>
        </p:nvSpPr>
        <p:spPr>
          <a:xfrm>
            <a:off x="457200" y="1645920"/>
            <a:ext cx="5486400" cy="4572000"/>
          </a:xfrm>
          <a:prstGeom prst="rect">
            <a:avLst/>
          </a:prstGeom>
          <a:noFill/>
        </p:spPr>
        <p:txBody>
          <a:bodyPr wrap="square">
            <a:spAutoFit/>
          </a:bodyPr>
          <a:lstStyle/>
          <a:p>
            <a:r>
              <a:rPr sz="1800"/>
              <a:t>Definition:
Cultural products are goods and services that embody cultural meanings, values, and identities. They include items like art, music, literature, fashion, food, and traditional crafts, which reflect the heritage and creativity of a community or society. These products serve as a bridge between global markets and local traditions, preserving cultural diversity while fostering exchange and understanding.</a:t>
            </a:r>
          </a:p>
        </p:txBody>
      </p:sp>
      <p:pic>
        <p:nvPicPr>
          <p:cNvPr id="4" name="Picture 3" descr="image.png"/>
          <p:cNvPicPr>
            <a:picLocks noChangeAspect="1"/>
          </p:cNvPicPr>
          <p:nvPr/>
        </p:nvPicPr>
        <p:blipFill>
          <a:blip r:embed="rId2"/>
          <a:stretch>
            <a:fillRect/>
          </a:stretch>
        </p:blipFill>
        <p:spPr>
          <a:xfrm>
            <a:off x="6400800" y="1645920"/>
            <a:ext cx="2743200" cy="2286000"/>
          </a:xfrm>
          <a:prstGeom prst="rect">
            <a:avLst/>
          </a:prstGeom>
        </p:spPr>
      </p:pic>
      <p:pic>
        <p:nvPicPr>
          <p:cNvPr id="5" name="Picture 4" descr="image.png"/>
          <p:cNvPicPr>
            <a:picLocks noChangeAspect="1"/>
          </p:cNvPicPr>
          <p:nvPr/>
        </p:nvPicPr>
        <p:blipFill>
          <a:blip r:embed="rId2"/>
          <a:stretch>
            <a:fillRect/>
          </a:stretch>
        </p:blipFill>
        <p:spPr>
          <a:xfrm>
            <a:off x="9326880" y="1645920"/>
            <a:ext cx="2743200" cy="2286000"/>
          </a:xfrm>
          <a:prstGeom prst="rect">
            <a:avLst/>
          </a:prstGeom>
        </p:spPr>
      </p:pic>
      <p:pic>
        <p:nvPicPr>
          <p:cNvPr id="6" name="Picture 5" descr="image.png"/>
          <p:cNvPicPr>
            <a:picLocks noChangeAspect="1"/>
          </p:cNvPicPr>
          <p:nvPr/>
        </p:nvPicPr>
        <p:blipFill>
          <a:blip r:embed="rId2"/>
          <a:stretch>
            <a:fillRect/>
          </a:stretch>
        </p:blipFill>
        <p:spPr>
          <a:xfrm>
            <a:off x="7863840" y="4114800"/>
            <a:ext cx="2743200" cy="228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
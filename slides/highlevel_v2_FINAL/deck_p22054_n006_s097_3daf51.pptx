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A1A1A"/>
                </a:solidFill>
              </a:defRPr>
            </a:pPr>
            <a:r>
              <a:t>How he came up with his ideas?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45920"/>
            <a:ext cx="3413455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64592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During his time at the University of Pennsylvania, Elon Musk didn't just focus on getting good grades; he spent his free time pondering the long-term future of civilization. He realized that many grand challenges were ignored because they seemed too difficult or distant. This reflection led him to adopt 'first-principles' thinking, breaking down complex problems into their fundamental truths to build revolutionary solutions from the ground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Sustainable Energy Systems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Multi-planetary Civilization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Neural Interface Technology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Hyperloop Transportation Network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Beneficial Artificial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
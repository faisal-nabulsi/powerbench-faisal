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28B22"/>
        </a:solidFill>
        <a:effectLst/>
      </p:bgPr>
    </p:bg>
    <p:spTree>
      <p:nvGrpSpPr>
        <p:cNvPr id="1" name=""/>
        <p:cNvGrpSpPr/>
        <p:nvPr/>
      </p:nvGrpSpPr>
      <p:grpSpPr/>
      <p:sp>
        <p:nvSpPr>
          <p:cNvPr id="2" name="TextBox 1"/>
          <p:cNvSpPr txBox="1"/>
          <p:nvPr/>
        </p:nvSpPr>
        <p:spPr>
          <a:xfrm>
            <a:off x="914400" y="457200"/>
            <a:ext cx="10362895" cy="1371600"/>
          </a:xfrm>
          <a:prstGeom prst="rect">
            <a:avLst/>
          </a:prstGeom>
          <a:noFill/>
        </p:spPr>
        <p:txBody>
          <a:bodyPr wrap="square">
            <a:spAutoFit/>
          </a:bodyPr>
          <a:lstStyle/>
          <a:p>
            <a:pPr algn="ctr"/>
            <a:r>
              <a:rPr sz="4200" b="1">
                <a:solidFill>
                  <a:srgbClr val="FFFFFF"/>
                </a:solidFill>
                <a:latin typeface="Arial"/>
              </a:rPr>
              <a:t>Human Impact or Influence on Environment</a:t>
            </a:r>
          </a:p>
        </p:txBody>
      </p:sp>
      <p:sp>
        <p:nvSpPr>
          <p:cNvPr id="3" name="TextBox 2"/>
          <p:cNvSpPr txBox="1"/>
          <p:nvPr/>
        </p:nvSpPr>
        <p:spPr>
          <a:xfrm>
            <a:off x="457200" y="2011680"/>
            <a:ext cx="5029200" cy="4114800"/>
          </a:xfrm>
          <a:prstGeom prst="rect">
            <a:avLst/>
          </a:prstGeom>
          <a:noFill/>
        </p:spPr>
        <p:txBody>
          <a:bodyPr wrap="square">
            <a:spAutoFit/>
          </a:bodyPr>
          <a:lstStyle/>
          <a:p>
            <a:r>
              <a:rPr sz="2200">
                <a:solidFill>
                  <a:srgbClr val="FFFFFF"/>
                </a:solidFill>
                <a:latin typeface="Arial"/>
              </a:rPr>
              <a:t>Human activities significantly influence the natural world through industrialization, deforestation, and urbanization. These actions can degrade ecosystems and contribute to climate change. However, sustainable practices and conservation efforts are essential to mitigate negative impacts and preserve the environment for future generations.</a:t>
            </a:r>
          </a:p>
        </p:txBody>
      </p:sp>
      <p:pic>
        <p:nvPicPr>
          <p:cNvPr id="4" name="Picture 3" descr="image.png"/>
          <p:cNvPicPr>
            <a:picLocks noChangeAspect="1"/>
          </p:cNvPicPr>
          <p:nvPr/>
        </p:nvPicPr>
        <p:blipFill>
          <a:blip r:embed="rId2"/>
          <a:stretch>
            <a:fillRect/>
          </a:stretch>
        </p:blipFill>
        <p:spPr>
          <a:xfrm>
            <a:off x="5943600" y="1828800"/>
            <a:ext cx="5760720" cy="43891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
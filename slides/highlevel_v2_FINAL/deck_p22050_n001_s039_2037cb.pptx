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000" b="1">
                <a:solidFill>
                  <a:srgbClr val="003366"/>
                </a:solidFill>
              </a:defRPr>
            </a:pPr>
            <a:r>
              <a:t>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323232"/>
                </a:solidFill>
              </a:defRPr>
            </a:pPr>
            <a:r>
              <a:t>• Decentralization: No single point of failure or control.</a:t>
            </a:r>
          </a:p>
          <a:p>
            <a:pPr>
              <a:spcAft>
                <a:spcPts val="1500"/>
              </a:spcAft>
              <a:defRPr sz="1800">
                <a:solidFill>
                  <a:srgbClr val="323232"/>
                </a:solidFill>
              </a:defRPr>
            </a:pPr>
            <a:r>
              <a:t>• Security: Cryptography protects data integrity and prevents tampering.</a:t>
            </a:r>
          </a:p>
          <a:p>
            <a:pPr>
              <a:spcAft>
                <a:spcPts val="1500"/>
              </a:spcAft>
              <a:defRPr sz="1800">
                <a:solidFill>
                  <a:srgbClr val="323232"/>
                </a:solidFill>
              </a:defRPr>
            </a:pPr>
            <a:r>
              <a:t>• Transparency: All participants can view the ledger in real-time.</a:t>
            </a:r>
          </a:p>
          <a:p>
            <a:pPr>
              <a:spcAft>
                <a:spcPts val="1500"/>
              </a:spcAft>
              <a:defRPr sz="1800">
                <a:solidFill>
                  <a:srgbClr val="323232"/>
                </a:solidFill>
              </a:defRPr>
            </a:pPr>
            <a:r>
              <a:t>• Traceability: Full history of transactions is recorded and auditable.</a:t>
            </a:r>
          </a:p>
          <a:p>
            <a:pPr>
              <a:spcAft>
                <a:spcPts val="1500"/>
              </a:spcAft>
              <a:defRPr sz="1800">
                <a:solidFill>
                  <a:srgbClr val="323232"/>
                </a:solidFill>
              </a:defRPr>
            </a:pPr>
            <a:r>
              <a:t>• Efficiency: Faster settlement times and reduced intermediary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F0F5FA"/>
          </a:solidFill>
          <a:ln w="1270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3657600"/>
            <a:ext cx="1371600" cy="1371600"/>
          </a:xfrm>
          <a:prstGeom prst="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Block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3657600"/>
            <a:ext cx="1371600" cy="1371600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Block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657600"/>
            <a:ext cx="1371600" cy="1371600"/>
          </a:xfrm>
          <a:prstGeom prst="rect">
            <a:avLst/>
          </a:prstGeom>
          <a:solidFill>
            <a:srgbClr val="1F77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Block 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29600" y="3977639"/>
            <a:ext cx="3657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10058400" y="3977639"/>
            <a:ext cx="3657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383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3383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Blockchain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
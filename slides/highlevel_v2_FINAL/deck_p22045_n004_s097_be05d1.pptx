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ZENEROM UAE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t>Zenerom is a pioneer in renewable energy solutions across the UAE. We focus on sustainable power generation, energy storage technologies, and smart grid solutions to empower a greener future for businesses and communities.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  <a:latin typeface="Calibri"/>
              </a:defRPr>
            </a:pPr>
            <a:r>
              <a:t>Our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☀️ Solar Energy Systems (PV)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🔋 Battery Energy Storage (BESS)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⚡ Energy Management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🛠️ Site Services &amp;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0B0B0"/>
                </a:solidFill>
                <a:latin typeface="Calibri"/>
              </a:defRPr>
            </a:pPr>
            <a:r>
              <a:t>📍 Dubai, UAE    |    📞 +971 50 123 4567</a:t>
            </a:r>
          </a:p>
          <a:p>
            <a:pPr>
              <a:defRPr sz="1600">
                <a:solidFill>
                  <a:srgbClr val="B0B0B0"/>
                </a:solidFill>
                <a:latin typeface="Calibri"/>
              </a:defRPr>
            </a:pPr>
            <a:r>
              <a:t>✉️ info@zenerom.com    |    🌐 www.zenerom.com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0"/>
            <a:ext cx="3657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
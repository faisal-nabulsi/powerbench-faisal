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00000"/>
                </a:solidFill>
              </a:rPr>
              <a:t>PRONUNCIATION 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333333"/>
                </a:solidFill>
              </a:rPr>
              <a:t>What is the general rule for the pronunciation scheme?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00000"/>
                </a:solidFill>
              </a:rPr>
              <a:t>a) Vowels are always short.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00000"/>
                </a:solidFill>
              </a:rPr>
              <a:t>b) Stress falls on the first syllable.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00000"/>
                </a:solidFill>
              </a:rPr>
              <a:t>c) Consonants are silent at the end.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
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457200" y="457200"/>
            <a:ext cx="4572000" cy="5943600"/>
          </a:xfrm>
          <a:prstGeom prst="rect">
            <a:avLst/>
          </a:prstGeom>
        </p:spPr>
      </p:pic>
      <p:sp>
        <p:nvSpPr>
          <p:cNvPr id="3" name="TextBox 2"/>
          <p:cNvSpPr txBox="1"/>
          <p:nvPr/>
        </p:nvSpPr>
        <p:spPr>
          <a:xfrm>
            <a:off x="5486400" y="914400"/>
            <a:ext cx="6400800" cy="1097280"/>
          </a:xfrm>
          <a:prstGeom prst="rect">
            <a:avLst/>
          </a:prstGeom>
          <a:noFill/>
        </p:spPr>
        <p:txBody>
          <a:bodyPr wrap="none">
            <a:spAutoFit/>
          </a:bodyPr>
          <a:lstStyle/>
          <a:p>
            <a:pPr>
              <a:defRPr sz="4600" b="1">
                <a:solidFill>
                  <a:srgbClr val="FFFFFF"/>
                </a:solidFill>
              </a:defRPr>
            </a:pPr>
            <a:r>
              <a:t>ZENEROM UAE</a:t>
            </a:r>
          </a:p>
        </p:txBody>
      </p:sp>
      <p:sp>
        <p:nvSpPr>
          <p:cNvPr id="4" name="TextBox 3"/>
          <p:cNvSpPr txBox="1"/>
          <p:nvPr/>
        </p:nvSpPr>
        <p:spPr>
          <a:xfrm>
            <a:off x="5486400" y="2286000"/>
            <a:ext cx="6400800" cy="3200400"/>
          </a:xfrm>
          <a:prstGeom prst="rect">
            <a:avLst/>
          </a:prstGeom>
          <a:noFill/>
        </p:spPr>
        <p:txBody>
          <a:bodyPr wrap="square">
            <a:spAutoFit/>
          </a:bodyPr>
          <a:lstStyle/>
          <a:p/>
          <a:p>
            <a:pPr>
              <a:spcAft>
                <a:spcPts val="1500"/>
              </a:spcAft>
              <a:defRPr sz="1800">
                <a:solidFill>
                  <a:srgbClr val="E0E0E0"/>
                </a:solidFill>
              </a:defRPr>
            </a:pPr>
            <a:r>
              <a:t>Zenerom UAE is a pioneering firm dedicated to transforming the energy landscape. We provide innovative, sustainable solutions tailored to the unique needs of businesses operating in the Middle East, focusing on efficiency and carbon reduction.</a:t>
            </a:r>
          </a:p>
          <a:p>
            <a:pPr>
              <a:spcAft>
                <a:spcPts val="800"/>
              </a:spcAft>
              <a:defRPr sz="2200" b="1">
                <a:solidFill>
                  <a:srgbClr val="FFC107"/>
                </a:solidFill>
              </a:defRPr>
            </a:pPr>
            <a:r>
              <a:t>Our Services</a:t>
            </a:r>
          </a:p>
          <a:p>
            <a:pPr>
              <a:spcAft>
                <a:spcPts val="400"/>
              </a:spcAft>
              <a:defRPr sz="1800">
                <a:solidFill>
                  <a:srgbClr val="E0E0E0"/>
                </a:solidFill>
              </a:defRPr>
            </a:pPr>
            <a:r>
              <a:t>• Energy Efficiency Consulting</a:t>
            </a:r>
          </a:p>
          <a:p>
            <a:pPr>
              <a:spcAft>
                <a:spcPts val="400"/>
              </a:spcAft>
              <a:defRPr sz="1800">
                <a:solidFill>
                  <a:srgbClr val="E0E0E0"/>
                </a:solidFill>
              </a:defRPr>
            </a:pPr>
            <a:r>
              <a:t>• Smart Grid &amp; IoT Solutions</a:t>
            </a:r>
          </a:p>
          <a:p>
            <a:pPr>
              <a:spcAft>
                <a:spcPts val="400"/>
              </a:spcAft>
              <a:defRPr sz="1800">
                <a:solidFill>
                  <a:srgbClr val="E0E0E0"/>
                </a:solidFill>
              </a:defRPr>
            </a:pPr>
            <a:r>
              <a:t>• Renewable Energy Integration</a:t>
            </a:r>
          </a:p>
          <a:p>
            <a:pPr>
              <a:spcAft>
                <a:spcPts val="400"/>
              </a:spcAft>
              <a:defRPr sz="1800">
                <a:solidFill>
                  <a:srgbClr val="E0E0E0"/>
                </a:solidFill>
              </a:defRPr>
            </a:pPr>
            <a:r>
              <a:t>• Sustainable Infrastructure Planning</a:t>
            </a:r>
          </a:p>
        </p:txBody>
      </p:sp>
      <p:sp>
        <p:nvSpPr>
          <p:cNvPr id="5" name="TextBox 4"/>
          <p:cNvSpPr txBox="1"/>
          <p:nvPr/>
        </p:nvSpPr>
        <p:spPr>
          <a:xfrm>
            <a:off x="5486400" y="5760720"/>
            <a:ext cx="6400800" cy="731520"/>
          </a:xfrm>
          <a:prstGeom prst="rect">
            <a:avLst/>
          </a:prstGeom>
          <a:noFill/>
        </p:spPr>
        <p:txBody>
          <a:bodyPr wrap="none">
            <a:spAutoFit/>
          </a:bodyPr>
          <a:lstStyle/>
          <a:p>
            <a:pPr>
              <a:defRPr sz="1400" i="1">
                <a:solidFill>
                  <a:srgbClr val="FFFFFF"/>
                </a:solidFill>
              </a:defRPr>
            </a:pPr>
            <a:r>
              <a:t>Contact: info@zenerom.ae  |  +971 4 123 4567  |  Dubai, UAE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
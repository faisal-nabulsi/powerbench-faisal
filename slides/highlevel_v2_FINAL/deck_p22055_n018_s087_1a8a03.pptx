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/>
              <a:t>Blockchain Technology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0"/>
            <a:ext cx="5029200" cy="43891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011680"/>
            <a:ext cx="5029200" cy="4389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
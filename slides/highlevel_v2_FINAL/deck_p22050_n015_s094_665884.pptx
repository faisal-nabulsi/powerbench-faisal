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333333"/>
                </a:solidFill>
              </a:rPr>
              <a:t>From Factory to the Market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828800"/>
            <a:ext cx="2286000" cy="228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</a:rPr>
              <a:t>1. Producer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Generates raw materials for the supply chain.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566160" y="1828800"/>
            <a:ext cx="2286000" cy="2286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</a:rPr>
              <a:t>2. Manufacturer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Processes materials into finished products.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828800"/>
            <a:ext cx="2286000" cy="22860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</a:rPr>
              <a:t>3. Distributor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Handles logistics, storage, and nationwide transport.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0" y="1828800"/>
            <a:ext cx="2286000" cy="2286000"/>
          </a:xfrm>
          <a:prstGeom prst="rect">
            <a:avLst/>
          </a:prstGeom>
          <a:solidFill>
            <a:srgbClr val="E0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</a:rPr>
              <a:t>4. Retailer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Sells products directly to the end consumer.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
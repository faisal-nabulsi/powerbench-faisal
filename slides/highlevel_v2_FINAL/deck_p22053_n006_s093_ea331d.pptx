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33333"/>
                </a:solidFill>
              </a:defRPr>
            </a:pPr>
            <a:r>
              <a:t>More About the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1600200" y="3429000"/>
            <a:ext cx="1188720" cy="914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Marketing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788920" y="3703320"/>
            <a:ext cx="365760" cy="36576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54680" y="3429000"/>
            <a:ext cx="1188720" cy="914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Storage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343400" y="3703320"/>
            <a:ext cx="365760" cy="36576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09160" y="3429000"/>
            <a:ext cx="1188720" cy="914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Sales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97880" y="3703320"/>
            <a:ext cx="365760" cy="36576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3429000"/>
            <a:ext cx="1188720" cy="914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Transportation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452360" y="3703320"/>
            <a:ext cx="365760" cy="36576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3429000"/>
            <a:ext cx="1188720" cy="914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Distribution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006840" y="3703320"/>
            <a:ext cx="365760" cy="36576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72600" y="3429000"/>
            <a:ext cx="1188720" cy="914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After-sales services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
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600" b="1">
                <a:solidFill>
                  <a:srgbClr val="2E74B5"/>
                </a:solidFill>
              </a:rPr>
              <a:t>Effective Communication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200">
                <a:solidFill>
                  <a:srgbClr val="333333"/>
                </a:solidFill>
              </a:rPr>
              <a:t>The ability to convey ideas clearly and listen actively is crucial for collaboration, leadership, and success in any workplace.</a:t>
            </a:r>
          </a:p>
          <a:p/>
          <a:p>
            <a:pPr>
              <a:spcBef>
                <a:spcPts val="600"/>
              </a:spcBef>
            </a:pPr>
            <a:r>
              <a:rPr sz="1600" b="1">
                <a:solidFill>
                  <a:srgbClr val="2E74B5"/>
                </a:solidFill>
              </a:rPr>
              <a:t>Problem Solving and Critical Thinking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200">
                <a:solidFill>
                  <a:srgbClr val="333333"/>
                </a:solidFill>
              </a:rPr>
              <a:t>Analyzing complex situations, identifying root causes, and developing innovative solutions are essential for navigating challenges.</a:t>
            </a:r>
          </a:p>
          <a:p/>
          <a:p>
            <a:pPr>
              <a:spcBef>
                <a:spcPts val="600"/>
              </a:spcBef>
            </a:pPr>
            <a:r>
              <a:rPr sz="1600" b="1">
                <a:solidFill>
                  <a:srgbClr val="2E74B5"/>
                </a:solidFill>
              </a:rPr>
              <a:t>Emotional Intelligence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200">
                <a:solidFill>
                  <a:srgbClr val="333333"/>
                </a:solidFill>
              </a:rPr>
              <a:t>Understanding and managing one's own emotions, as well as empathizing with others, fosters stronger relationships and better decision-making.</a:t>
            </a:r>
          </a:p>
          <a:p/>
          <a:p>
            <a:pPr>
              <a:spcBef>
                <a:spcPts val="600"/>
              </a:spcBef>
            </a:pPr>
            <a:r>
              <a:rPr sz="1600" b="1">
                <a:solidFill>
                  <a:srgbClr val="2E74B5"/>
                </a:solidFill>
              </a:rPr>
              <a:t>Adaptability and Resilience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1200">
                <a:solidFill>
                  <a:srgbClr val="333333"/>
                </a:solidFill>
              </a:rPr>
              <a:t>The capacity to adjust to new conditions and bounce back from setbacks is vital in a rapidly changing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
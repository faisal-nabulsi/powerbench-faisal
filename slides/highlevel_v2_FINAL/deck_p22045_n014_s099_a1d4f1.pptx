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1371600"/>
          </a:xfrm>
          <a:prstGeom prst="rect">
            <a:avLst/>
          </a:prstGeom>
          <a:noFill/>
        </p:spPr>
        <p:txBody>
          <a:bodyPr wrap="square">
            <a:spAutoFit/>
          </a:bodyPr>
          <a:lstStyle/>
          <a:p>
            <a:pPr>
              <a:defRPr sz="3600" b="1">
                <a:solidFill>
                  <a:srgbClr val="2C3E50"/>
                </a:solidFill>
              </a:defRPr>
            </a:pPr>
            <a:r>
              <a:t>Origin of Blockchain Technology</a:t>
            </a:r>
          </a:p>
        </p:txBody>
      </p:sp>
      <p:sp>
        <p:nvSpPr>
          <p:cNvPr id="3" name="TextBox 2"/>
          <p:cNvSpPr txBox="1"/>
          <p:nvPr/>
        </p:nvSpPr>
        <p:spPr>
          <a:xfrm>
            <a:off x="457200" y="2286000"/>
            <a:ext cx="11277295" cy="4114800"/>
          </a:xfrm>
          <a:prstGeom prst="rect">
            <a:avLst/>
          </a:prstGeom>
          <a:noFill/>
        </p:spPr>
        <p:txBody>
          <a:bodyPr wrap="square">
            <a:spAutoFit/>
          </a:bodyPr>
          <a:lstStyle/>
          <a:p>
            <a:pPr>
              <a:spcAft>
                <a:spcPts val="1200"/>
              </a:spcAft>
              <a:defRPr sz="2000">
                <a:solidFill>
                  <a:srgbClr val="333333"/>
                </a:solidFill>
              </a:defRPr>
            </a:pPr>
            <a:r>
              <a:t>Creation: Conceptualized in 2008 by Satoshi Nakamoto through a whitepaper titled 'Bitcoin: A Peer-to-Peer Electronic Cash System', introducing a decentralized ledger technology independent of central authorities.</a:t>
            </a:r>
          </a:p>
          <a:p>
            <a:pPr>
              <a:spcAft>
                <a:spcPts val="1200"/>
              </a:spcAft>
              <a:defRPr sz="2000">
                <a:solidFill>
                  <a:srgbClr val="333333"/>
                </a:solidFill>
              </a:defRPr>
            </a:pPr>
            <a:r>
              <a:t>Implementation in Bitcoin: Launched in January 2009, Bitcoin marked the first practical application of blockchain technology, using it to secure transactions and manage the issuance of digital currency without intermediaries.</a:t>
            </a:r>
          </a:p>
          <a:p>
            <a:pPr>
              <a:spcAft>
                <a:spcPts val="1200"/>
              </a:spcAft>
              <a:defRPr sz="2000">
                <a:solidFill>
                  <a:srgbClr val="333333"/>
                </a:solidFill>
              </a:defRPr>
            </a:pPr>
            <a:r>
              <a:t>Proposal of Private Blockchains for Business Use: As the technology matured, proposals emerged for private or permissioned blockchains (e.g., Hyperledger, Ethereum Enterprise). These aimed to leverage blockchain's security and transparency for internal business operations, supply chain management, and smart contracts without requiring public cryptocurrency mining.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
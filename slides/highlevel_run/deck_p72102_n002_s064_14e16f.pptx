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3400">
                <a:solidFill>
                  <a:srgbClr val="FFFFFF"/>
                </a:solidFill>
              </a:defRPr>
            </a:pPr>
            <a:r>
              <a:t>Innovations (Future Products or Services)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2200">
                <a:solidFill>
                  <a:srgbClr val="FFFFFF"/>
                </a:solidFill>
              </a:defRPr>
            </a:pPr>
            <a:r>
              <a:t>Airbnb's 2021 Innovations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Airbnb Experiences: Focused on local, in-person activities as travel resumed.</a:t>
            </a:r>
            <a:br/>
            <a:r>
              <a:t>• Airbnb Ads: Launched a native advertising tool to help hosts drive bookings.</a:t>
            </a:r>
            <a:br/>
            <a:r>
              <a:t>• Reference Links: Enabled users to share specific booking links easily.</a:t>
            </a:r>
            <a:br/>
            <a:r>
              <a:t>• Remote Work: Enhanced 'Live there' features for longer stays and digital nomads.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9144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500"/>
              </a:spcAft>
              <a:defRPr sz="1800" i="1">
                <a:solidFill>
                  <a:srgbClr val="000000"/>
                </a:solidFill>
              </a:defRPr>
            </a:pPr>
            <a:r>
              <a:t>"Our mission is to help create a world where anyone can belong anywhere."</a:t>
            </a:r>
          </a:p>
          <a:p>
            <a:pPr algn="ctr">
              <a:spcBef>
                <a:spcPts val="0"/>
              </a:spcBef>
              <a:defRPr sz="1800" i="1">
                <a:solidFill>
                  <a:srgbClr val="000000"/>
                </a:solidFill>
              </a:defRPr>
            </a:pPr>
            <a:r>
              <a:t>"We are building the tools and experiences to make that true."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1E90FF"/>
                </a:solidFill>
              </a:defRPr>
            </a:pPr>
            <a:r>
              <a:t>— Brian Chesky, CEO &amp; Co-Founder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
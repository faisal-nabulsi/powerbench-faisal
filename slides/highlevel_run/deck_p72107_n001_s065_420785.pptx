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03366"/>
                </a:solidFill>
              </a:defRPr>
            </a:pPr>
            <a: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Read the provided dialogue excerpts and categorize the verb examples into past simple and past continuous tenses in the table below.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64646"/>
                </a:solidFill>
              </a:defRPr>
            </a:pPr>
            <a:r>
              <a:t>"A: What did you do yesterday?"  "B: I studied while my sister was preparing dinner."</a:t>
            </a:r>
          </a:p>
          <a:p>
            <a:pPr>
              <a:defRPr sz="1000">
                <a:solidFill>
                  <a:srgbClr val="464646"/>
                </a:solidFill>
              </a:defRPr>
            </a:pPr>
            <a:r>
              <a:t>"A: Why was he late?"  "B: He missed the bus because it left while he was running."</a:t>
            </a:r>
          </a:p>
          <a:p>
            <a:pPr>
              <a:defRPr sz="1000">
                <a:solidFill>
                  <a:srgbClr val="464646"/>
                </a:solidFill>
              </a:defRPr>
            </a:pPr>
            <a:r>
              <a:t>"A: Did you enjoy the concert?"  "B: Yes, the band played while the crowd was singing."</a:t>
            </a:r>
          </a:p>
          <a:p>
            <a:pPr>
              <a:defRPr sz="1000">
                <a:solidFill>
                  <a:srgbClr val="464646"/>
                </a:solidFill>
              </a:defRPr>
            </a:pPr>
            <a:r>
              <a:t>"A: What happened?"  "B: She dropped her coffee because the bag fell while she was walking."</a:t>
            </a:r>
          </a:p>
          <a:p>
            <a:pPr>
              <a:defRPr sz="1000">
                <a:solidFill>
                  <a:srgbClr val="464646"/>
                </a:solidFill>
              </a:defRPr>
            </a:pPr>
            <a:r>
              <a:t>"A: Were you busy last night?"  "B: Yes, I worked while my roommate was watching TV."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28600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2057400"/>
                <a:gridCol w="2057400"/>
              </a:tblGrid>
              <a:tr h="609600"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Dialogue Excerpt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Past Simple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Past Continuous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"I studied while my sister was preparing dinner."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________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________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"He missed the bus because it left while he was running."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________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________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"The band played while the crowd was singing."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________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________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"She dropped her coffee because the bag fell while she was walking."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________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________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"I worked while my roommate was watching TV."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________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________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
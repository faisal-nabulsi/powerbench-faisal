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Blockchain in Cryptocurrency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Definition: A decentralized, distributed digital ledger that records transactions across a network of computers, ensuring data cannot be altered retroactively.</a:t>
            </a:r>
            <a:r>
              <a:rPr b="1"/>
              <a:t>Definition: 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Application: Primarily known as the backbone for cryptocurrencies like Bitcoin, but also used for smart contracts, supply chain tracking, and secure identity management.</a:t>
            </a:r>
            <a:r>
              <a:rPr b="1"/>
              <a:t>Application: 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Governance: Managed by network participants (nodes) using consensus mechanisms (e.g., Proof of Work or Proof of Stake) rather than a central authority or government.</a:t>
            </a:r>
            <a:r>
              <a:rPr b="1"/>
              <a:t>Governance: 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Differences: Cryptocurrency is the digital asset or currency (the 'what'), while blockchain is the underlying technology and protocol (the 'how') that enables it.</a:t>
            </a:r>
            <a:r>
              <a:rPr b="1"/>
              <a:t>Differences: 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Decentralization: Distributes control and data across many computers, removing the need for intermediaries (like banks) and significantly enhancing security and transparency.</a:t>
            </a:r>
            <a:r>
              <a:rPr b="1"/>
              <a:t>Decentralization: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32004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
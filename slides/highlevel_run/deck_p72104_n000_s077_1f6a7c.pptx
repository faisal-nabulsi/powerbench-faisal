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/>
            </a:pPr>
            <a:r>
              <a:t>Achieving top grades is a significant milestone that validates hard work and opens doors to future academic and professional opportunities.</a:t>
            </a:r>
          </a:p>
          <a:p>
            <a:pPr>
              <a:spcAft>
                <a:spcPts val="1400"/>
              </a:spcAft>
              <a:defRPr sz="1800"/>
            </a:pPr>
            <a:r>
              <a:t>However, true success requires more than just academic achievement. It is crucial to maintain a healthy balance between studies and personal development.</a:t>
            </a:r>
          </a:p>
          <a:p>
            <a:pPr>
              <a:defRPr sz="1800"/>
            </a:pPr>
            <a:r>
              <a:t>Prioritizing well-being, extracurricular engagement, and holistic growth ensures a fulfilling journey and prepares you for the complexities of life beyond the classroom.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
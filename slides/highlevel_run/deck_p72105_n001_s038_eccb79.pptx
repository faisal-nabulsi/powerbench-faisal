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What is filling your bucket today and what’s draining it?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6400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457200" y="4114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000"/>
                </a:solidFill>
              </a:defRPr>
            </a:pPr>
            <a:r>
              <a:t>Filling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114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C0000"/>
                </a:solidFill>
              </a:defRPr>
            </a:pPr>
            <a:r>
              <a:t>Draining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
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Skills Beyond Academics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</a:pPr>
            <a:r>
              <a:rPr b="1" sz="1800"/>
              <a:t>Effective Communication: </a:t>
            </a:r>
            <a:r>
              <a:rPr sz="1800"/>
              <a:t>Conveying ideas clearly and actively listening to foster strong interpersonal relationships and collaboration.</a:t>
            </a:r>
          </a:p>
          <a:p>
            <a:pPr>
              <a:spcAft>
                <a:spcPts val="800"/>
              </a:spcAft>
            </a:pPr>
            <a:r>
              <a:rPr b="1" sz="1800"/>
              <a:t>Problem Solving and Critical Thinking: </a:t>
            </a:r>
            <a:r>
              <a:rPr sz="1800"/>
              <a:t>Analyzing situations objectively to identify challenges, evaluate options, and implement logical solutions.</a:t>
            </a:r>
          </a:p>
          <a:p>
            <a:pPr>
              <a:spcAft>
                <a:spcPts val="800"/>
              </a:spcAft>
            </a:pPr>
            <a:r>
              <a:rPr b="1" sz="1800"/>
              <a:t>Emotional Intelligence: </a:t>
            </a:r>
            <a:r>
              <a:rPr sz="1800"/>
              <a:t>Recognizing and managing personal emotions while empathizing with others to navigate social complexities effectively.</a:t>
            </a:r>
          </a:p>
          <a:p>
            <a:pPr>
              <a:spcAft>
                <a:spcPts val="800"/>
              </a:spcAft>
            </a:pPr>
            <a:r>
              <a:rPr b="1" sz="1800"/>
              <a:t>Adaptability and Resilience: </a:t>
            </a:r>
            <a:r>
              <a:rPr sz="1800"/>
              <a:t>Adjusting swiftly to change and recovering positively from setbacks to maintain progress and achieve goals.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
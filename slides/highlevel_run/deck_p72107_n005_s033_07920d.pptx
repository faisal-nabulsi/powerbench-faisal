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</a:defRPr>
            </a:pPr>
            <a:r>
              <a:t>Disadvantages of Blockchain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Key Disadvantages:</a:t>
            </a:r>
          </a:p>
          <a:p>
            <a:pPr>
              <a:spcAft>
                <a:spcPts val="1000"/>
              </a:spcAft>
              <a:defRPr sz="1400"/>
            </a:pPr>
            <a:r>
              <a:t>Scalability Issues: Slow transaction speeds compared to traditional systems.</a:t>
            </a:r>
          </a:p>
          <a:p>
            <a:pPr>
              <a:spcAft>
                <a:spcPts val="1000"/>
              </a:spcAft>
              <a:defRPr sz="1400"/>
            </a:pPr>
            <a:r>
              <a:t>High Energy Consumption: Proof-of-Work mechanisms require significant power.</a:t>
            </a:r>
          </a:p>
          <a:p>
            <a:pPr>
              <a:spcAft>
                <a:spcPts val="1000"/>
              </a:spcAft>
              <a:defRPr sz="1400"/>
            </a:pPr>
            <a:r>
              <a:t>Regulatory Uncertainty: Lack of clear legal frameworks in many jurisdictions.</a:t>
            </a:r>
          </a:p>
          <a:p>
            <a:pPr>
              <a:spcAft>
                <a:spcPts val="1000"/>
              </a:spcAft>
              <a:defRPr sz="1400"/>
            </a:pPr>
            <a:r>
              <a:t>Irreversibility: Transactions cannot be undone once confirmed.</a:t>
            </a:r>
          </a:p>
          <a:p>
            <a:pPr>
              <a:spcAft>
                <a:spcPts val="1000"/>
              </a:spcAft>
              <a:defRPr sz="1400"/>
            </a:pPr>
            <a:r>
              <a:t>Complexity: Difficult for average users to understand and manage.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1828800" cy="2286000"/>
          </a:xfrm>
          <a:prstGeom prst="rect">
            <a:avLst/>
          </a:prstGeom>
          <a:solidFill>
            <a:srgbClr val="DC354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Disadvantages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• Slow</a:t>
            </a:r>
            <a:br/>
            <a:r>
              <a:t>• Expensive</a:t>
            </a:r>
            <a:br/>
            <a:r>
              <a:t>• Complex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1371600"/>
            <a:ext cx="1828800" cy="2286000"/>
          </a:xfrm>
          <a:prstGeom prst="rect">
            <a:avLst/>
          </a:prstGeom>
          <a:solidFill>
            <a:srgbClr val="28A74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Advantages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• Secure</a:t>
            </a:r>
            <a:br/>
            <a:r>
              <a:t>• Transparent</a:t>
            </a:r>
            <a:br/>
            <a:r>
              <a:t>• Decentralized</a:t>
            </a:r>
          </a:p>
        </p:txBody>
      </p:sp>
      <p:sp>
        <p:nvSpPr>
          <p:cNvPr id="6" name="Oval 5"/>
          <p:cNvSpPr/>
          <p:nvPr/>
        </p:nvSpPr>
        <p:spPr>
          <a:xfrm>
            <a:off x="6629400" y="214884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00000"/>
                </a:solidFill>
              </a:defRPr>
            </a:pPr>
            <a:r>
              <a:t>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6464"/>
                </a:solidFill>
              </a:defRPr>
            </a:pPr>
            <a:r>
              <a:t>Comparison of Blockchain Pros and Cons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
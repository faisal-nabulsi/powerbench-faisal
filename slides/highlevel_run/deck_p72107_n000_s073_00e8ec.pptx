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 b="1"/>
            </a:pPr>
            <a:r>
              <a:t>Academic World and Professional World: Demands and Characteristics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Academic World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Professional World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defRPr sz="1400" b="1"/>
                      </a:pPr>
                      <a:r>
                        <a:t>Evaluation and Feedback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Graded exams and assignments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Detailed rubrics for grading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Peer 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defRPr sz="1400" b="1"/>
                      </a:pPr>
                      <a:r>
                        <a:t>Evaluation and Feedback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Performance reviews and KPIs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Client satisfaction scores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360-degree feedback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defRPr sz="1400" b="1"/>
                      </a:pPr>
                      <a:r>
                        <a:t>Assessment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Tests, quizzes, and midterms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Final projects and theses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Standardized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defRPr sz="1400" b="1"/>
                      </a:pPr>
                      <a:r>
                        <a:t>Assessment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Project outcomes and deliverables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Sales targets and revenue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Efficiency and productivity metrics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defRPr sz="1400" b="1"/>
                      </a:pPr>
                      <a:r>
                        <a:t>Feedback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Often delayed (weeks)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Written comments on papers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Focus on learning and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defRPr sz="1400" b="1"/>
                      </a:pPr>
                      <a:r>
                        <a:t>Feedback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Immediate and ongoing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Verbal and written communication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Focus on results and improvement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defRPr sz="1400" b="1"/>
                      </a:pPr>
                      <a:r>
                        <a:t>Timeframe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Semesters or academic years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Fixed schedules and deadlines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Long-term progression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defRPr sz="1400" b="1"/>
                      </a:pPr>
                      <a:r>
                        <a:t>Timeframe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Project deadlines and milestones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Fiscal quarters and annual goals</a:t>
                      </a:r>
                    </a:p>
                    <a:p>
                      <a:pPr>
                        <a:spcAft>
                          <a:spcPts val="400"/>
                        </a:spcAft>
                        <a:defRPr sz="1200"/>
                      </a:pPr>
                      <a:r>
                        <a:t>• Flexible and urgent priorities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
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 b="1"/>
            </a:pPr>
            <a:r>
              <a:t>Types of Blockchain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/>
            </a:pPr>
            <a:r>
              <a:t>• </a:t>
            </a:r>
            <a:r>
              <a:rPr b="1"/>
              <a:t>Private Blockchain: </a:t>
            </a:r>
            <a:r>
              <a:rPr b="0"/>
              <a:t>Restricted access network where only invited participants can join and view the ledger. It offers higher privacy and transaction speeds.</a:t>
            </a:r>
          </a:p>
          <a:p>
            <a:pPr>
              <a:spcAft>
                <a:spcPts val="1400"/>
              </a:spcAft>
              <a:defRPr sz="2000"/>
            </a:pPr>
            <a:r>
              <a:t>• </a:t>
            </a:r>
            <a:r>
              <a:rPr b="1"/>
              <a:t>Public Blockchain: </a:t>
            </a:r>
            <a:r>
              <a:rPr b="0"/>
              <a:t>A decentralized network open to everyone. Anyone can read, write, and participate in the consensus process (e.g., Bitcoin, Ethereum).</a:t>
            </a:r>
          </a:p>
          <a:p>
            <a:pPr>
              <a:spcAft>
                <a:spcPts val="1400"/>
              </a:spcAft>
              <a:defRPr sz="2000"/>
            </a:pPr>
            <a:r>
              <a:t>• </a:t>
            </a:r>
            <a:r>
              <a:rPr b="1"/>
              <a:t>Permissioned Blockchain: </a:t>
            </a:r>
            <a:r>
              <a:rPr b="0"/>
              <a:t>Access is controlled by a permission provider. It is often used in enterprise consortiums to balance decentralization with governance.</a:t>
            </a:r>
          </a:p>
          <a:p>
            <a:pPr>
              <a:spcAft>
                <a:spcPts val="1400"/>
              </a:spcAft>
              <a:defRPr sz="2000"/>
            </a:pPr>
            <a:r>
              <a:t>• </a:t>
            </a:r>
            <a:r>
              <a:rPr b="1"/>
              <a:t>Hybrid Blockchain: </a:t>
            </a:r>
            <a:r>
              <a:rPr b="0"/>
              <a:t>A combination of public and private blockchains. It allows data to be shared selectively, offering flexibility for security and privacy needs.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
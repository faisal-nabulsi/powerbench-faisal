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  <a:latin typeface="Arial"/>
              </a:defRPr>
            </a:pPr>
            <a:r>
              <a:t>ELO's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defRPr sz="3200">
                <a:solidFill>
                  <a:srgbClr val="000000"/>
                </a:solidFill>
                <a:latin typeface="Arial"/>
              </a:defRPr>
            </a:pPr>
            <a:r>
              <a:t>1. What is market?</a:t>
            </a:r>
          </a:p>
          <a:p>
            <a:pPr algn="l">
              <a:defRPr sz="3200">
                <a:solidFill>
                  <a:srgbClr val="000000"/>
                </a:solidFill>
                <a:latin typeface="Arial"/>
              </a:defRPr>
            </a:pPr>
            <a:r>
              <a:t>2. How product reach to market?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
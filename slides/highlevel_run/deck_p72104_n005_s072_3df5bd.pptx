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4400" b="1"/>
            </a:pPr>
            <a:r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7373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>
                <a:solidFill>
                  <a:srgbClr val="323232"/>
                </a:solidFill>
              </a:defRPr>
            </a:pPr>
            <a:r>
              <a:t>List the events in Joey’s second date with Sarah in order from 2 - 6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 b="0">
                <a:solidFill>
                  <a:srgbClr val="646464"/>
                </a:solidFill>
              </a:defRPr>
            </a:pPr>
            <a:r>
              <a:t>1. ☑ Met Sarah at the cafe entrance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2. ☐ Ordered drinks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3. ☐ Watched the band perform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4. ☐ Danced on the dancefloor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5. ☐ Had dessert outside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6. ☐ Said goodnight at the car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50292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
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Choose true (T), false (F), or not given (N) based on video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Conversation:</a:t>
            </a:r>
          </a:p>
          <a:p>
            <a:pPr>
              <a:spcAft>
                <a:spcPts val="800"/>
              </a:spcAft>
              <a:defRPr sz="1600"/>
            </a:pPr>
            <a:r>
              <a:t>Joey: How you doin'?</a:t>
            </a:r>
          </a:p>
          <a:p>
            <a:pPr>
              <a:spcAft>
                <a:spcPts val="800"/>
              </a:spcAft>
              <a:defRPr sz="1600"/>
            </a:pPr>
            <a:r>
              <a:t>Chandler: Joey, we're trying to study.</a:t>
            </a:r>
          </a:p>
          <a:p>
            <a:pPr>
              <a:spcAft>
                <a:spcPts val="800"/>
              </a:spcAft>
              <a:defRPr sz="1600"/>
            </a:pPr>
            <a:r>
              <a:t>Joey: But I'm hungry. Can we get pizza?</a:t>
            </a:r>
          </a:p>
          <a:p>
            <a:pPr>
              <a:spcAft>
                <a:spcPts val="800"/>
              </a:spcAft>
              <a:defRPr sz="1600"/>
            </a:pPr>
            <a:r>
              <a:t>Monica: Only if you pay for it this time.</a:t>
            </a:r>
          </a:p>
          <a:p>
            <a:pPr>
              <a:spcAft>
                <a:spcPts val="800"/>
              </a:spcAft>
              <a:defRPr sz="1600"/>
            </a:pPr>
            <a:r>
              <a:t>Joey: Fine, but I'm getting the extra cheese.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
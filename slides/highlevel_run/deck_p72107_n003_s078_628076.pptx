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000000"/>
                </a:solidFill>
              </a:defRPr>
            </a:pPr>
            <a:r>
              <a:t>Early life of Elon Musk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63040"/>
            <a:ext cx="3200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Birth: Born on June 28, 1971, in Pretoria, South Africa.</a:t>
            </a:r>
          </a:p>
          <a:p>
            <a:pPr>
              <a:spcAft>
                <a:spcPts val="1000"/>
              </a:spcAft>
              <a:defRPr sz="2000"/>
            </a:pPr>
            <a:r>
              <a:t>• Family: Son of Maye Haldeman (mother) and Errol Musk (father).</a:t>
            </a:r>
          </a:p>
          <a:p>
            <a:pPr>
              <a:spcAft>
                <a:spcPts val="1000"/>
              </a:spcAft>
              <a:defRPr sz="2000"/>
            </a:pPr>
            <a:r>
              <a:t>• Education: Attended Queen's University; earned degrees in Physics and Economics from the University of Pennsylvania.</a:t>
            </a:r>
          </a:p>
          <a:p>
            <a:pPr>
              <a:spcAft>
                <a:spcPts val="1000"/>
              </a:spcAft>
              <a:defRPr sz="2000"/>
            </a:pPr>
            <a:r>
              <a:t>• Early Interests: Created a video game ('Blastar') at age 12; avid reader of sci-fi and encyclopedias.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
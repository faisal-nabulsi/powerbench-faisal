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QUIZ &amp; REVIEW ACTIVITY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2860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/>
            </a:pPr>
            <a:r>
              <a:t>Work with a 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
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"When something is important enough, you do it even if the odds are not in your favor."</a:t>
            </a:r>
          </a:p>
          <a:p>
            <a:pPr algn="l">
              <a:spcBef>
                <a:spcPts val="1200"/>
              </a:spcBef>
              <a:defRPr sz="1800" i="1"/>
            </a:pPr>
            <a:r>
              <a:t>- Elon Musk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3200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6217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/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
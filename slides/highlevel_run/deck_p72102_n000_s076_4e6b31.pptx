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3600" b="1"/>
            </a:pPr>
            <a:r>
              <a:t>5 Stages of Development of Media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2800" b="1"/>
            </a:pPr>
            <a:r>
              <a:t>4. ELECTRONIC MEDIA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800"/>
            </a:pPr>
            <a:r>
              <a:t>• Components: Includes radio, television, and digital platforms that transmit information via electronic signals.</a:t>
            </a:r>
          </a:p>
          <a:p>
            <a:pPr>
              <a:defRPr sz="1800"/>
            </a:pPr>
            <a:r>
              <a:t>• Significance: Revolutionized communication by enabling instantaneous, global dissemination of news and entertainment.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286000"/>
            <a:ext cx="3657600" cy="3200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
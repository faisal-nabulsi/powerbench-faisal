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/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List the events in Joey’s second date with Sarah in order from 2 - 6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☑ 1. Arrived at the restaurant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☐ 2. Ordered appetizers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☐ 3. Had a 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☐ 4. Ordered main courses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☐ 5. Walked outside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☐ 6. Said goodnight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0292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
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b="1" sz="2000"/>
              <a:t>Public Blockchain</a:t>
            </a:r>
          </a:p>
          <a:p>
            <a:pPr lvl="1"/>
            <a:r>
              <a:rPr sz="1800"/>
              <a:t>A decentralized network where anyone can join, read, write, and audit transactions without permission (e.g., Bitcoin).</a:t>
            </a:r>
          </a:p>
          <a:p>
            <a:pPr/>
            <a:r>
              <a:rPr b="1" sz="2000"/>
              <a:t>Private Blockchain</a:t>
            </a:r>
          </a:p>
          <a:p>
            <a:pPr lvl="1"/>
            <a:r>
              <a:rPr sz="1800"/>
              <a:t>A restricted network controlled by a single organization. Only invited users can access and validate transactions.</a:t>
            </a:r>
          </a:p>
          <a:p>
            <a:pPr/>
            <a:r>
              <a:rPr b="1" sz="2000"/>
              <a:t>Permissioned Blockchain</a:t>
            </a:r>
          </a:p>
          <a:p>
            <a:pPr lvl="1"/>
            <a:r>
              <a:rPr sz="1800"/>
              <a:t>A hybrid model managed by a consortium of organizations. Access is restricted, but control is shared among a group.</a:t>
            </a:r>
          </a:p>
          <a:p>
            <a:pPr/>
            <a:r>
              <a:rPr b="1" sz="2000"/>
              <a:t>Hybrid Blockchain</a:t>
            </a:r>
          </a:p>
          <a:p>
            <a:pPr lvl="1"/>
            <a:r>
              <a:rPr sz="1800"/>
              <a:t>Combines features of public and private blockchains. It keeps some data public while maintaining privacy for sensitive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
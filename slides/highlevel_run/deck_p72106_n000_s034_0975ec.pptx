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Brief highlights of Elon Musk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73152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57884" y="2331720"/>
            <a:ext cx="27432" cy="2057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080260"/>
            <a:ext cx="457200" cy="45720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1971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Born in Pretoria,</a:t>
            </a:r>
          </a:p>
          <a:p>
            <a:r>
              <a:t>South Africa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9484" y="2331720"/>
            <a:ext cx="27432" cy="2057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14600" y="2080260"/>
            <a:ext cx="457200" cy="45720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1999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918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Co-founded X.com</a:t>
            </a:r>
          </a:p>
          <a:p>
            <a:r>
              <a:t>(later PayPal)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01084" y="2331720"/>
            <a:ext cx="27432" cy="2057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86200" y="2080260"/>
            <a:ext cx="457200" cy="45720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2002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918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Co-founded SpaceX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72684" y="2331720"/>
            <a:ext cx="27432" cy="2057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57800" y="2080260"/>
            <a:ext cx="457200" cy="45720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2004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918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Co-founded</a:t>
            </a:r>
          </a:p>
          <a:p>
            <a:r>
              <a:t>Tesla Motors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4284" y="2331720"/>
            <a:ext cx="27432" cy="2057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2080260"/>
            <a:ext cx="457200" cy="45720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918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Tesla becomes most</a:t>
            </a:r>
          </a:p>
          <a:p>
            <a:r>
              <a:t>valuable automaker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
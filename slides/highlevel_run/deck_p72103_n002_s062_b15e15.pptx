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66CC"/>
                </a:solidFill>
              </a:defRPr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23232"/>
                </a:solidFill>
              </a:defRPr>
            </a:pPr>
            <a:r>
              <a:t>The Scenario:</a:t>
            </a:r>
          </a:p>
          <a:p>
            <a:pPr algn="ctr">
              <a:spcBef>
                <a:spcPts val="1000"/>
              </a:spcBef>
              <a:defRPr sz="1800">
                <a:solidFill>
                  <a:srgbClr val="464646"/>
                </a:solidFill>
              </a:defRPr>
            </a:pPr>
            <a:r>
              <a:t>It is your first date at a casual diner. The atmosphere is friendly. Suddenly, the waiter walks by and asks if you'd like to share an order of French fries.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114800"/>
            <a:ext cx="1371600" cy="1828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200400" y="4114800"/>
            <a:ext cx="548640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b="1" sz="1400">
                <a:solidFill>
                  <a:srgbClr val="646464"/>
                </a:solidFill>
              </a:defRPr>
            </a:pPr>
            <a:r>
              <a:t>Story Starter:</a:t>
            </a:r>
          </a:p>
          <a:p>
            <a:pPr>
              <a:spcBef>
                <a:spcPts val="500"/>
              </a:spcBef>
              <a:defRPr sz="1600" i="1">
                <a:solidFill>
                  <a:srgbClr val="1E1E1E"/>
                </a:solidFill>
              </a:defRPr>
            </a:pPr>
            <a:r>
              <a:t>"I usually try to impress people with fancy wine, but honestly, looking at those fries... maybe it's time to let my guard down."</a:t>
            </a:r>
          </a:p>
        </p:txBody>
      </p:sp>
      <p:sp>
        <p:nvSpPr>
          <p:cNvPr id="6" name="Isosceles Triangle 5"/>
          <p:cNvSpPr/>
          <p:nvPr/>
        </p:nvSpPr>
        <p:spPr>
          <a:xfrm rot="16200000">
            <a:off x="3017520" y="4846320"/>
            <a:ext cx="274320" cy="365760"/>
          </a:xfrm>
          <a:prstGeom prst="triangle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
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3600" b="1">
                <a:solidFill>
                  <a:srgbClr val="003366"/>
                </a:solidFill>
              </a:defRPr>
            </a:pPr>
            <a:r>
              <a:t>Blockchain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● Definition: A decentralized digital ledger that records transactions across multiple computers securely.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● Application: Core technology for cryptocurrencies, smart contracts, and immutable record-keeping.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● Governance: Maintained by a network of participants using consensus mechanisms, not a central authority.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● Differences from Cryptocurrency: Blockchain is the underlying infrastructure; cryptocurrency is the digital asset.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● Decentralization: Distributes data and control across a peer-to-peer network, enhancing security and transparency.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41148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
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400" b="1"/>
            </a:pPr>
            <a:r>
              <a:t>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Decentralization: No single point of failure or central control.</a:t>
            </a:r>
          </a:p>
          <a:p>
            <a:pPr>
              <a:spcAft>
                <a:spcPts val="1000"/>
              </a:spcAft>
              <a:defRPr sz="1600"/>
            </a:pPr>
            <a:r>
              <a:t>Transparency: Transaction history is visible to all participants.</a:t>
            </a:r>
          </a:p>
          <a:p>
            <a:pPr>
              <a:spcAft>
                <a:spcPts val="1000"/>
              </a:spcAft>
              <a:defRPr sz="1600"/>
            </a:pPr>
            <a:r>
              <a:t>Immutability: Records cannot be altered once written.</a:t>
            </a:r>
          </a:p>
          <a:p>
            <a:pPr>
              <a:spcAft>
                <a:spcPts val="1000"/>
              </a:spcAft>
              <a:defRPr sz="1600"/>
            </a:pPr>
            <a:r>
              <a:t>Security: Cryptographic techniques ensure data integrity.</a:t>
            </a:r>
          </a:p>
          <a:p>
            <a:pPr>
              <a:spcAft>
                <a:spcPts val="1000"/>
              </a:spcAft>
              <a:defRPr sz="1600"/>
            </a:pPr>
            <a:r>
              <a:t>Traceability: Provides a complete audit trail of activities.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384048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
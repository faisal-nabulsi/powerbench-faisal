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Natural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400">
                <a:solidFill>
                  <a:srgbClr val="FFFFFF"/>
                </a:solidFill>
              </a:defRPr>
            </a:pPr>
            <a:r>
              <a:t>Speaker: Dr. Emily Green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Class: Environmental Science 101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Roll Number: 2023-00-456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
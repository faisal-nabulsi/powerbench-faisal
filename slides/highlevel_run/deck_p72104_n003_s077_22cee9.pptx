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latin typeface="Arial"/>
              </a:defRPr>
            </a:pPr>
            <a:r>
              <a:t>"The beginning of knowledge is the discovery of something we do not understand."</a:t>
            </a:r>
          </a:p>
          <a:p>
            <a:pPr algn="l">
              <a:spcBef>
                <a:spcPts val="1200"/>
              </a:spcBef>
              <a:defRPr sz="1800">
                <a:latin typeface="Arial"/>
              </a:defRPr>
            </a:pPr>
            <a:r>
              <a:t>- Elon Musk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62179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
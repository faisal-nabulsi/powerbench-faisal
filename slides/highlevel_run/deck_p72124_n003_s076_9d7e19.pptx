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Globalization isn’t possible to occur without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• Social Media: Connects individuals globally, facilitating instant communication and cultural exchange across borders.</a:t>
            </a:r>
          </a:p>
          <a:p>
            <a:pPr>
              <a:spcBef>
                <a:spcPts val="600"/>
              </a:spcBef>
              <a:defRPr sz="1600"/>
            </a:pPr>
            <a:r>
              <a:t>• News Media: Disseminates information worldwide, shaping public perception of international events and fostering political awareness.</a:t>
            </a:r>
          </a:p>
          <a:p>
            <a:pPr>
              <a:spcBef>
                <a:spcPts val="600"/>
              </a:spcBef>
              <a:defRPr sz="1600"/>
            </a:pPr>
            <a:r>
              <a:t>• Streaming Services: Distributes entertainment globally, enabling the cross-border flow of culture and promoting shared experiences.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
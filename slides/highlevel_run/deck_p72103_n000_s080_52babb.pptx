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5 Stages of Development of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2.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Enhances clarity and organization of the message.</a:t>
            </a:r>
          </a:p>
          <a:p>
            <a:pPr>
              <a:defRPr sz="2000"/>
            </a:pPr>
            <a:r>
              <a:t>• Allows for precise timing and delivery of content.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286000"/>
            <a:ext cx="32004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
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latin typeface="Arial"/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2200"/>
              <a:t>Effective Communication: </a:t>
            </a:r>
            <a:r>
              <a:rPr sz="1800"/>
              <a:t>The ability to convey ideas clearly and listen actively to others.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2200"/>
              <a:t>Problem Solving and Critical Thinking: </a:t>
            </a:r>
            <a:r>
              <a:rPr sz="1800"/>
              <a:t>Analyzing situations logically to identify solutions and make informed decisions.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2200"/>
              <a:t>Emotional Intelligence: </a:t>
            </a:r>
            <a:r>
              <a:rPr sz="1800"/>
              <a:t>Understanding and managing one's own emotions and empathizing with others.</a:t>
            </a:r>
          </a:p>
          <a:p>
            <a:pPr>
              <a:spcAft>
                <a:spcPts val="1400"/>
              </a:spcAft>
              <a:defRPr>
                <a:latin typeface="Arial"/>
              </a:defRPr>
            </a:pPr>
            <a:r>
              <a:rPr b="1" sz="2200"/>
              <a:t>Adaptability and Resilience: </a:t>
            </a:r>
            <a:r>
              <a:rPr sz="1800"/>
              <a:t>The capacity to adjust to new conditions and recover quickly from difficulties.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
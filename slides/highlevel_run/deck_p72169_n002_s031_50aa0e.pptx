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800" b="1">
                <a:solidFill>
                  <a:srgbClr val="2C3E50"/>
                </a:solidFill>
              </a:defRPr>
            </a:pPr>
            <a:r>
              <a:t>Academic World and Professional World: Demands and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b="1">
                <a:solidFill>
                  <a:srgbClr val="2980B9"/>
                </a:solidFill>
              </a:defRPr>
            </a:pPr>
            <a:r>
              <a:t>ACADEMIC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2980B9"/>
                </a:solidFill>
              </a:defRPr>
            </a:pPr>
            <a:r>
              <a:t>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Acquire knowledge and skills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Earn degrees and certifications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Develop critical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2980B9"/>
                </a:solidFill>
              </a:defRPr>
            </a:pPr>
            <a:r>
              <a:t>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Theoretical understanding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Learning process and methodology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Curriculum-based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2980B9"/>
                </a:solidFill>
              </a:defRPr>
            </a:pPr>
            <a:r>
              <a:t>Setting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2336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Classrooms, labs, and libraries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Structured semesters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Guided by faculty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2980B9"/>
                </a:solidFill>
              </a:defRPr>
            </a:pPr>
            <a:r>
              <a:t>Atmosphere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0352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Collaborative and supportive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Experimentation encouraged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Low stakes for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b="1">
                <a:solidFill>
                  <a:srgbClr val="D35400"/>
                </a:solidFill>
              </a:defRPr>
            </a:pPr>
            <a:r>
              <a:t>PROFESSIONAL WORLD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188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D35400"/>
                </a:solidFill>
              </a:defRPr>
            </a:pPr>
            <a:r>
              <a:t>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46304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Solve practical business problems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Generate value and profit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Career advancement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68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D35400"/>
                </a:solidFill>
              </a:defRPr>
            </a:pPr>
            <a:r>
              <a:t>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74320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Practical application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Results, output, and efficiency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Client and market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749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D35400"/>
                </a:solidFill>
              </a:defRPr>
            </a:pPr>
            <a:r>
              <a:t>Setting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02336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Workplace, office, or remote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Project-based timelines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Driven by organizational goals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50292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D35400"/>
                </a:solidFill>
              </a:defRPr>
            </a:pPr>
            <a:r>
              <a:t>Atmosphere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530352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Competitive and results-oriented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High accountability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Adaptability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
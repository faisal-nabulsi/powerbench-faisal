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Academic World and Professional World: Demands and Characteristics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2573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Academic World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Professional World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Hierarchy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Tenure tracks and academic ranks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Department chair structure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Emphasis on peer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Hierarchy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Corporate ladder and job titles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Managerial reporting lines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Emphasis on productivity and results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Learning Approach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Theoretical and conceptual depth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Research-driven inquiry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Lifelong education 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Learning Approach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Practical and applied skills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Just-in-time learning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Continuous professional development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Collaboration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Co-authoring research papers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Conference presentations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Interdisciplinary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Collaboration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Cross-functional teams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Client deliverables and KPIs</a:t>
                      </a:r>
                    </a:p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• Strategic partnerships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
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003366"/>
                </a:solidFill>
              </a:defRPr>
            </a:pPr>
            <a:r>
              <a:t>Early life of Elon Musk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29260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03366"/>
                </a:solidFill>
              </a:defRPr>
            </a:pPr>
            <a:r>
              <a:t>Birth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Born on June 28, 1971, in Pretoria, South Africa.</a:t>
            </a:r>
          </a:p>
          <a:p>
            <a:pPr>
              <a:spcAft>
                <a:spcPts val="1000"/>
              </a:spcAft>
              <a:defRPr sz="2000" b="1">
                <a:solidFill>
                  <a:srgbClr val="003366"/>
                </a:solidFill>
              </a:defRPr>
            </a:pPr>
            <a:r>
              <a:t>Family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Father: Errol Musk (Electrical Engineer)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Mother: Maye Musk (Model)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Siblings: Kimbal Musk and Tosca Musk</a:t>
            </a:r>
          </a:p>
          <a:p>
            <a:pPr>
              <a:spcAft>
                <a:spcPts val="1000"/>
              </a:spcAft>
              <a:defRPr sz="2000" b="1">
                <a:solidFill>
                  <a:srgbClr val="003366"/>
                </a:solidFill>
              </a:defRPr>
            </a:pPr>
            <a:r>
              <a:t>Education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High School: Pretoria Boys High School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University: University of Pennsylvania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Degree: B.S. in Physics and Economics</a:t>
            </a:r>
          </a:p>
          <a:p>
            <a:pPr>
              <a:spcAft>
                <a:spcPts val="1000"/>
              </a:spcAft>
              <a:defRPr sz="2000" b="1">
                <a:solidFill>
                  <a:srgbClr val="003366"/>
                </a:solidFill>
              </a:defRPr>
            </a:pPr>
            <a:r>
              <a:t>Early Interests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Programmed a video game ('Bustin' Out') at age 12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Read entire encyclopedias and the Star Wars trilogy</a:t>
            </a:r>
          </a:p>
          <a:p>
            <a:pPr>
              <a:spcAft>
                <a:spcPts val="800"/>
              </a:spcAft>
              <a:defRPr sz="1600">
                <a:solidFill>
                  <a:srgbClr val="505050"/>
                </a:solidFill>
              </a:defRPr>
            </a:pPr>
            <a:r>
              <a:t>• Developed an early passion for computers and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
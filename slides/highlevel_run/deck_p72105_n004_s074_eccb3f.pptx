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Principles of Graphic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Graphic design is the art of communication and problem-solving through the use of typography, photography, and illustration. These core principles ensure visual harmony and effective message delivery.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384048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Balance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Visual weight is distributed evenly.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2834640"/>
            <a:ext cx="3840480" cy="8229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Contrast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Differences in elements create interest.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94760"/>
            <a:ext cx="384048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Emphasis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Focal points draw the viewer's eye.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3794760"/>
            <a:ext cx="384048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Hierarchy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Order of importance guides the 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384048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Proximity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Related items are grouped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4754880"/>
            <a:ext cx="3840480" cy="8229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Repetition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Consistent elements create 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15000"/>
            <a:ext cx="384048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Alignment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Elements connect to create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5715000"/>
            <a:ext cx="384048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White Space</a:t>
            </a:r>
          </a:p>
          <a:p>
            <a:pPr algn="l">
              <a:defRPr sz="900">
                <a:solidFill>
                  <a:srgbClr val="FFFFFF"/>
                </a:solidFill>
              </a:defRPr>
            </a:pPr>
            <a:r>
              <a:t>Empty space allows content to breathe.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
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3600">
                <a:solidFill>
                  <a:srgbClr val="FFFFFF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00"/>
                </a:solidFill>
              </a:rPr>
              <a:t>1. Effective Communication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•  Strong communication skills encompass the ability to convey ideas clearly, listen actively, and adapt communication styles to different audiences.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00"/>
                </a:solidFill>
              </a:rPr>
              <a:t>2. Problem Solving and Critical Thinking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•  Critical thinking skills enable individuals to analyze information, evaluate options, and make informed decisions.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•  Problem-solving skills are essential for addressing challenges and finding innovative solutions in a wide range of situations.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00"/>
                </a:solidFill>
              </a:rPr>
              <a:t>3. Emotional Intelligence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•  Emotional intelligence enhances empathy, interpersonal relationships, and the ability to work effectively in teams.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00"/>
                </a:solidFill>
              </a:rPr>
              <a:t>4. Adaptability and Resilience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•  These skills help individuals navigate unexpected setbacks, cope with stress, and embrace change as an opportunity for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
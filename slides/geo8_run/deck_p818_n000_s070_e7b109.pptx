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1E1E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Calibri"/>
              </a:defRPr>
            </a:pPr>
            <a:r>
              <a:t>Discuss the questions below about dating.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36576"/>
          </a:xfrm>
          <a:prstGeom prst="rect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221992"/>
            <a:ext cx="502920" cy="502920"/>
          </a:xfrm>
          <a:prstGeom prst="ellipse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488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Calibri"/>
              </a:defRPr>
            </a:pPr>
            <a:r>
              <a:t>What do you think are some other good (or bad) date ideas not listed on the previous slide?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08960"/>
            <a:ext cx="73152" cy="73152"/>
          </a:xfrm>
          <a:prstGeom prst="ellipse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128774157992"/>
            <a:ext cx="502920" cy="502920"/>
          </a:xfrm>
          <a:prstGeom prst="ellipse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287740848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Calibri"/>
              </a:defRPr>
            </a:pPr>
            <a:r>
              <a:t>What are some things that could go wrong on a first date?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128775044960"/>
            <a:ext cx="73152" cy="73152"/>
          </a:xfrm>
          <a:prstGeom prst="ellipse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257546093992"/>
            <a:ext cx="502920" cy="502920"/>
          </a:xfrm>
          <a:prstGeom prst="ellipse">
            <a:avLst/>
          </a:prstGeom>
          <a:solidFill>
            <a:srgbClr val="C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575460208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Calibri"/>
              </a:defRPr>
            </a:pPr>
            <a:r>
              <a:t>What are some common etiquette mistakes to avoid on a first date?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234440"/>
            <a:ext cx="3931920" cy="3931920"/>
          </a:xfrm>
          <a:prstGeom prst="roundRect">
            <a:avLst/>
          </a:prstGeom>
          <a:solidFill>
            <a:srgbClr val="E6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657600" cy="3657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229600" y="5760720"/>
            <a:ext cx="3474720" cy="640080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PREVIEW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7850"/>
                </a:solidFill>
                <a:latin typeface="Calibri"/>
              </a:defRPr>
            </a:pPr>
            <a:r>
              <a:t>💬 Communication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
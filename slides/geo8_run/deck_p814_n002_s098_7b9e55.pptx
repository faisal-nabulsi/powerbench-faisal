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REASONS WHY ACADEMIC SUCCESS IS IMPORTANT IN SOCIETY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36576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Innovation and Technological Advancement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Academic success fuels innovation, driving progress in various fields, including healthcare, communication, and transportation.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80160"/>
            <a:ext cx="36576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Social Mobility and Equality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3035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Education can promote social mobility and reduce disparities by providing opportunities for academic success.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80160"/>
            <a:ext cx="3657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Civic Engagement and Informed Citizenship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3035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Education promotes critical thinking, enabling individuals to engage in democracy, contribute to community development, and solve social issues.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
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KEY reasons why academic success is important in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Personal Growth and Development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246888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3832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0F0F0"/>
                </a:solidFill>
              </a:defRPr>
              <a:buChar char="•"/>
            </a:pPr>
            <a:r>
              <a:t>Academic success promotes personal growth through critical thinking, problem-solving, and intellectual curiosity.</a:t>
            </a:r>
          </a:p>
          <a:p>
            <a:pPr algn="l">
              <a:defRPr sz="1600">
                <a:solidFill>
                  <a:srgbClr val="F0F0F0"/>
                </a:solidFill>
              </a:defRPr>
              <a:buChar char="•"/>
            </a:pPr>
            <a:r>
              <a:t>It leads to fulfilling careers and a sense of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1887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Employability and Career Opportunities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737360"/>
            <a:ext cx="24688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08960" y="33832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0F0F0"/>
                </a:solidFill>
              </a:defRPr>
              <a:buChar char="•"/>
            </a:pPr>
            <a:r>
              <a:t>Academic foundation is key for many careers.</a:t>
            </a:r>
          </a:p>
          <a:p>
            <a:pPr algn="l">
              <a:defRPr sz="1600">
                <a:solidFill>
                  <a:srgbClr val="F0F0F0"/>
                </a:solidFill>
              </a:defRPr>
              <a:buChar char="•"/>
            </a:pPr>
            <a:r>
              <a:t>Achievements can lead to better jobs, earnings, and advancement.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1887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Economic Impact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246888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0720" y="33832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0F0F0"/>
                </a:solidFill>
              </a:defRPr>
            </a:pPr>
            <a:r>
              <a:t>Well-educated societies lead to stronger economies by creating skilled workers and reducing unemployment.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
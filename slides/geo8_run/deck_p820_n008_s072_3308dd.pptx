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48640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57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Now: I, 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118872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• Differentiate between different types of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9144000" cy="118872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• Explain why society need different types of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
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457200" y="274320"/>
            <a:ext cx="3200400" cy="457200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000000"/>
                </a:solidFill>
              </a:defRPr>
            </a:pPr>
            <a:r>
              <a:t>The Subject and Content of 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0000"/>
                </a:solidFill>
              </a:defRPr>
            </a:pPr>
            <a:r>
              <a:t>THE CONTENT OF 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7680960" cy="2743200"/>
          </a:xfrm>
          <a:prstGeom prst="rect">
            <a:avLst/>
          </a:prstGeom>
          <a:solidFill>
            <a:srgbClr val="FFFFFF"/>
          </a:solidFill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It is the mass of ideas associated with each artwork and communicated through the following:</a:t>
            </a:r>
          </a:p>
          <a:p>
            <a:pPr>
              <a:spcBef>
                <a:spcPts val="600"/>
              </a:spcBef>
              <a:defRPr sz="1600">
                <a:solidFill>
                  <a:srgbClr val="000000"/>
                </a:solidFill>
              </a:defRPr>
            </a:pPr>
            <a:r>
              <a:t>✓ 1. The art’s imagery</a:t>
            </a:r>
          </a:p>
          <a:p>
            <a:pPr>
              <a:spcBef>
                <a:spcPts val="600"/>
              </a:spcBef>
              <a:defRPr sz="1600">
                <a:solidFill>
                  <a:srgbClr val="000000"/>
                </a:solidFill>
              </a:defRPr>
            </a:pPr>
            <a:r>
              <a:t>✓ 2. The symbolic meaning</a:t>
            </a:r>
          </a:p>
          <a:p>
            <a:pPr>
              <a:spcBef>
                <a:spcPts val="600"/>
              </a:spcBef>
              <a:defRPr sz="1600">
                <a:solidFill>
                  <a:srgbClr val="000000"/>
                </a:solidFill>
              </a:defRPr>
            </a:pPr>
            <a:r>
              <a:t>✓ 3. Its surroundings where it is used or displayed</a:t>
            </a:r>
          </a:p>
          <a:p>
            <a:pPr>
              <a:spcBef>
                <a:spcPts val="600"/>
              </a:spcBef>
              <a:defRPr sz="1600">
                <a:solidFill>
                  <a:srgbClr val="000000"/>
                </a:solidFill>
              </a:defRPr>
            </a:pPr>
            <a:r>
              <a:t>✓ 4. The customs, beliefs and values of the culture that uses 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
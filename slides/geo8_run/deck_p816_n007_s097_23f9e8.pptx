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C800"/>
                </a:solidFill>
                <a:latin typeface="Arial"/>
              </a:rPr>
              <a:t>Elon Musk Current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323232"/>
                </a:solidFill>
                <a:latin typeface="Arial"/>
              </a:rPr>
              <a:t>• CEO and Chief Engineer at SpaceX</a:t>
            </a:r>
          </a:p>
          <a:p>
            <a:pPr algn="l"/>
            <a:r>
              <a:rPr sz="2000">
                <a:solidFill>
                  <a:srgbClr val="323232"/>
                </a:solidFill>
                <a:latin typeface="Arial"/>
              </a:rPr>
              <a:t>• CEO and Product Architect of Tesla</a:t>
            </a:r>
          </a:p>
          <a:p>
            <a:pPr algn="l"/>
            <a:r>
              <a:rPr sz="2000">
                <a:solidFill>
                  <a:srgbClr val="323232"/>
                </a:solidFill>
                <a:latin typeface="Arial"/>
              </a:rPr>
              <a:t>• Founder of The Boring Company</a:t>
            </a:r>
          </a:p>
          <a:p>
            <a:pPr algn="l"/>
            <a:r>
              <a:rPr sz="2000">
                <a:solidFill>
                  <a:srgbClr val="323232"/>
                </a:solidFill>
                <a:latin typeface="Arial"/>
              </a:rPr>
              <a:t>• Cofounder of Neuralink</a:t>
            </a:r>
          </a:p>
          <a:p>
            <a:pPr algn="l"/>
            <a:r>
              <a:rPr sz="2000">
                <a:solidFill>
                  <a:srgbClr val="323232"/>
                </a:solidFill>
                <a:latin typeface="Arial"/>
              </a:rPr>
              <a:t>• Cofounder of OpenAI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828800"/>
            <a:ext cx="54864" cy="45720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36576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
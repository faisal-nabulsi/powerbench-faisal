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274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2743200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3200400"/>
            <a:ext cx="5943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From where you would like to buy the following products: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
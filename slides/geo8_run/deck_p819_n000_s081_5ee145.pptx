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The Technology used in Blockchain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000000"/>
                </a:solidFill>
              </a:defRPr>
              <a:buChar char="•"/>
            </a:pPr>
            <a:r>
              <a:t>Cryptographic Keys</a:t>
            </a:r>
          </a:p>
          <a:p>
            <a:pPr>
              <a:defRPr sz="2400">
                <a:solidFill>
                  <a:srgbClr val="000000"/>
                </a:solidFill>
              </a:defRPr>
              <a:buChar char="•"/>
            </a:pPr>
            <a:r>
              <a:t>Network Protocol</a:t>
            </a:r>
          </a:p>
          <a:p>
            <a:pPr>
              <a:defRPr sz="2400">
                <a:solidFill>
                  <a:srgbClr val="000000"/>
                </a:solidFill>
              </a:defRPr>
              <a:buChar char="•"/>
            </a:pPr>
            <a:r>
              <a:t>Distributed Ledger Technology</a:t>
            </a:r>
          </a:p>
          <a:p>
            <a:pPr>
              <a:defRPr sz="2400">
                <a:solidFill>
                  <a:srgbClr val="000000"/>
                </a:solidFill>
              </a:defRPr>
              <a:buChar char="•"/>
            </a:pPr>
            <a:r>
              <a:t>Hashing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
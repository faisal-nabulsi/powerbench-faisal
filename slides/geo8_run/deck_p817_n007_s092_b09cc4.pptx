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Dynamics of Local and Global Culture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914400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Global flows of culture tend to move more easily around the globe than ever before, especially through non-material digital forms.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There are three perspectives on global cultural flows: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These are cultural differentialism, hybridization, and convergence.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
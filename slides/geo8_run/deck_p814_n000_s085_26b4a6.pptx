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Brief highlights of Elon Musk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182112"/>
            <a:ext cx="7315200" cy="36576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1971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Born in South Africa</a:t>
            </a:r>
          </a:p>
        </p:txBody>
      </p:sp>
      <p:sp>
        <p:nvSpPr>
          <p:cNvPr id="6" name="Oval 5"/>
          <p:cNvSpPr/>
          <p:nvPr/>
        </p:nvSpPr>
        <p:spPr>
          <a:xfrm>
            <a:off x="169164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1983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Sold his first video game</a:t>
            </a:r>
          </a:p>
        </p:txBody>
      </p:sp>
      <p:sp>
        <p:nvSpPr>
          <p:cNvPr id="8" name="Oval 7"/>
          <p:cNvSpPr/>
          <p:nvPr/>
        </p:nvSpPr>
        <p:spPr>
          <a:xfrm>
            <a:off x="242316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1999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Sold Zip2, first company to Compaq</a:t>
            </a:r>
          </a:p>
        </p:txBody>
      </p:sp>
      <p:sp>
        <p:nvSpPr>
          <p:cNvPr id="10" name="Oval 9"/>
          <p:cNvSpPr/>
          <p:nvPr/>
        </p:nvSpPr>
        <p:spPr>
          <a:xfrm>
            <a:off x="315468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eBay acquired PayPal</a:t>
            </a:r>
          </a:p>
        </p:txBody>
      </p:sp>
      <p:sp>
        <p:nvSpPr>
          <p:cNvPr id="12" name="Oval 11"/>
          <p:cNvSpPr/>
          <p:nvPr/>
        </p:nvSpPr>
        <p:spPr>
          <a:xfrm>
            <a:off x="388620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Founded SpaceX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Join with Tesla</a:t>
            </a:r>
          </a:p>
        </p:txBody>
      </p:sp>
      <p:sp>
        <p:nvSpPr>
          <p:cNvPr id="16" name="Oval 15"/>
          <p:cNvSpPr/>
          <p:nvPr/>
        </p:nvSpPr>
        <p:spPr>
          <a:xfrm>
            <a:off x="534924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Cofounded Solarcity</a:t>
            </a:r>
          </a:p>
        </p:txBody>
      </p:sp>
      <p:sp>
        <p:nvSpPr>
          <p:cNvPr id="18" name="Oval 17"/>
          <p:cNvSpPr/>
          <p:nvPr/>
        </p:nvSpPr>
        <p:spPr>
          <a:xfrm>
            <a:off x="608076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2013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Develop the Hyperloop concept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2016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Cofounded Neuralink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288036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70332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23232"/>
                </a:solidFill>
              </a:defRPr>
            </a:pPr>
            <a:r>
              <a:t>Become world’s richest 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
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000000"/>
                </a:solidFill>
              </a:rPr>
              <a:t>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</a:rPr>
              <a:t>• Brief highlights of Elon Musk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• Biography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• Early life of Elon Musk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• How he came up with his ideas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• Elon’s current stage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• Obstacles that Elon faced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• Lessons that we can learn from Elon Musk's life</a:t>
            </a:r>
          </a:p>
          <a:p>
            <a:pPr algn="l"/>
            <a:r>
              <a:rPr sz="2000">
                <a:solidFill>
                  <a:srgbClr val="000000"/>
                </a:solidFill>
              </a:rPr>
              <a:t>• Elon’s Future Plans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
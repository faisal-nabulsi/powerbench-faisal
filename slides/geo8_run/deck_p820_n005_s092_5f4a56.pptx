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389120" cy="6400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The Subject and Content of 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914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Subject of 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097280"/>
            <a:ext cx="5943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t>A cat catching a bird is the subject of both works above.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743200"/>
            <a:ext cx="320040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7432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
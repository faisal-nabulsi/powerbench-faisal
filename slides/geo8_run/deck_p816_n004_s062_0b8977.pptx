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The Subject and Content of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1104" y="1188720"/>
            <a:ext cx="3657600" cy="73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Portrait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3657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36576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0" y="2286000"/>
            <a:ext cx="3657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86000"/>
            <a:ext cx="3657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
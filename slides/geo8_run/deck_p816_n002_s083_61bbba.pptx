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QUIZ &amp; REVIEW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FFFFFF"/>
                </a:solidFill>
              </a:rPr>
              <a:t>Work with a partner.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"/>
            <a:ext cx="137160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
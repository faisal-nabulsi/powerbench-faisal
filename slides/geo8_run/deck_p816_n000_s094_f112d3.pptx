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200">
                <a:solidFill>
                  <a:srgbClr val="1A1A1A"/>
                </a:solidFill>
              </a:rPr>
              <a:t>PART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645920" cy="54864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555555"/>
                </a:solidFill>
              </a:rPr>
              <a:t>Discuss the questions below about dating.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76272"/>
            <a:ext cx="502920" cy="502920"/>
          </a:xfrm>
          <a:prstGeom prst="ellipse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0312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D2D2D"/>
                </a:solidFill>
              </a:rPr>
              <a:t>What do you think are some other good (or bad) date ideas not listed on the previous slide?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410712"/>
            <a:ext cx="502920" cy="502920"/>
          </a:xfrm>
          <a:prstGeom prst="ellipse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33756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D2D2D"/>
                </a:solidFill>
              </a:rPr>
              <a:t>What are some things that could go wrong on a first date?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645152"/>
            <a:ext cx="502920" cy="502920"/>
          </a:xfrm>
          <a:prstGeom prst="ellipse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57200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D2D2D"/>
                </a:solidFill>
              </a:rPr>
              <a:t>What are some common etiquette mistakes to avoid on a first date?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3474720" cy="292608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11430000" y="914400"/>
            <a:ext cx="365760" cy="365760"/>
          </a:xfrm>
          <a:prstGeom prst="ellipse">
            <a:avLst/>
          </a:prstGeom>
          <a:solidFill>
            <a:srgbClr val="0066B2">
              <a:lumMod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0" y="4572000"/>
            <a:ext cx="320040" cy="32004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0" y="5669280"/>
            <a:ext cx="2743200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</a:rPr>
              <a:t>PREVIEW ACTIVITY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
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The term blockchain is often used to refer to cryptocurrency. Cryptocurrency is a medium of exchange such as US dollars.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It is just an application in the form of e-currency using blockchain.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It is not governed by any financial institution.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The main difference between blockchain and cryptocurrency is that cryptocurrency is created and held electronically in forms such as a virtual wallet.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It is decentralized and it is not governed by anyone whereas blockchain is an advanced record and it has all information related to cryptocurrency exchanges over a shared system.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
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F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FFFFFF"/>
                </a:solidFill>
                <a:latin typeface="Arial"/>
              </a:defRPr>
            </a:pPr>
            <a:r>
              <a:t>airbnb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4160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400" b="1">
                <a:solidFill>
                  <a:srgbClr val="FFFFFF"/>
                </a:solidFill>
                <a:latin typeface="Arial"/>
              </a:defRPr>
            </a:pPr>
            <a:r>
              <a:t>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715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FFFFFF"/>
                </a:solidFill>
                <a:latin typeface="Arial"/>
              </a:defRPr>
            </a:pPr>
            <a:r>
              <a:t>Daniel Consuegra</a:t>
            </a:r>
            <a:br/>
            <a:r>
              <a:t>Alejandra Del Chiaro</a:t>
            </a:r>
            <a:br/>
            <a:r>
              <a:t>Maria Camila Echeverri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
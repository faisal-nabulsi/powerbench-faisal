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008B"/>
                </a:solidFill>
              </a:defRPr>
            </a:pPr>
            <a:r>
              <a:t>The Subject and Content of 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280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</a:defRPr>
            </a:pPr>
            <a:r>
              <a:t>D. Mythology and religion, dreams and fantasies.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400" y="2743200"/>
            <a:ext cx="3657600" cy="27432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2743200"/>
            <a:ext cx="3657600" cy="2743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
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5 Stages of Development of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003366"/>
                </a:solidFill>
              </a:defRPr>
            </a:pPr>
            <a:r>
              <a:t>4. ELECTRONIC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It includes the telegraphs, telephone, radio, film and television.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t>The wide range of these media continue to open up new perspectives on economic, political and cultural processes of globalization.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2860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
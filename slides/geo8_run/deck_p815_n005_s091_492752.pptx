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PART 2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914400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5920" y="118872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Discuss the questions.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rPr b="0"/>
              <a:t>"</a:t>
            </a:r>
            <a:r>
              <a:rPr b="1"/>
              <a:t>JOEY: </a:t>
            </a:r>
            <a:r>
              <a:rPr b="0"/>
              <a:t>We were out to dinner. We were getting along, having a really nice time, I was thinking she was really cool and then, out of nowhere, (she reached over and took some of my fries from my plate!)</a:t>
            </a:r>
            <a:r>
              <a:rPr b="0"/>
              <a:t>"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rPr b="0"/>
              <a:t>"</a:t>
            </a:r>
            <a:r>
              <a:rPr b="1"/>
              <a:t>PHOEBE: </a:t>
            </a:r>
            <a:r>
              <a:rPr b="0"/>
              <a:t>So she took some fries, big deal!</a:t>
            </a:r>
            <a:r>
              <a:rPr b="0"/>
              <a:t>"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rPr b="0"/>
              <a:t>"</a:t>
            </a:r>
            <a:r>
              <a:rPr b="1"/>
              <a:t>RACHEL: </a:t>
            </a:r>
            <a:r>
              <a:rPr b="0"/>
              <a:t>Oh yeah, Joey doesn't share food. I mean, just last week, we were having breakfast, and...and he had a couple of grapes on his plate...</a:t>
            </a:r>
            <a:r>
              <a:rPr b="0"/>
              <a:t>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1. When is the past continuous used in comparison with the past simple?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7607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2. How is the structure for the past simple different than the past continuous?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0" y="5943600"/>
            <a:ext cx="2286000" cy="548640"/>
          </a:xfrm>
          <a:prstGeom prst="rect">
            <a:avLst/>
          </a:prstGeom>
          <a:solidFill>
            <a:srgbClr val="0070C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VIEWING FOLLOW-UP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
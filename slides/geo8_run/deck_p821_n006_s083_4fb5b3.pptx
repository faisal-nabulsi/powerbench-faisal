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Principles of graphic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914400"/>
            <a:ext cx="4114800" cy="1097280"/>
          </a:xfrm>
          <a:prstGeom prst="rect">
            <a:avLst/>
          </a:prstGeom>
          <a:solidFill>
            <a:srgbClr val="ADD8E6"/>
          </a:solidFill>
          <a:ln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000000"/>
                </a:solidFill>
              </a:defRPr>
            </a:pPr>
            <a:r>
              <a:t>The principles of graphic design related to the areas are,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2286000"/>
            <a:ext cx="4114800" cy="64008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Arrangement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3063240"/>
            <a:ext cx="4114800" cy="64008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Proximity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3840480"/>
            <a:ext cx="4114800" cy="640080"/>
          </a:xfrm>
          <a:prstGeom prst="rect">
            <a:avLst/>
          </a:prstGeom>
          <a:solidFill>
            <a:srgbClr val="16A08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Repetition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4617720"/>
            <a:ext cx="4114800" cy="640080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Contrast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5394960"/>
            <a:ext cx="4114800" cy="64008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Balance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
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4003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Principles of graphic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"/>
            <a:ext cx="4206240" cy="1463040"/>
          </a:xfrm>
          <a:prstGeom prst="rect">
            <a:avLst/>
          </a:prstGeom>
          <a:solidFill>
            <a:srgbClr val="D2EBFA"/>
          </a:solidFill>
          <a:ln w="6350">
            <a:solidFill>
              <a:srgbClr val="96C8FF"/>
            </a:solidFill>
          </a:ln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principles of graphic design related to the areas are,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920240"/>
            <a:ext cx="4206240" cy="8229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Arrangement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926080"/>
            <a:ext cx="4206240" cy="822960"/>
          </a:xfrm>
          <a:prstGeom prst="rect">
            <a:avLst/>
          </a:prstGeom>
          <a:solidFill>
            <a:srgbClr val="3C8B7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Proximity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931920"/>
            <a:ext cx="4206240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Repetition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937760"/>
            <a:ext cx="4206240" cy="82296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943600"/>
            <a:ext cx="4206240" cy="822960"/>
          </a:xfrm>
          <a:prstGeom prst="rect">
            <a:avLst/>
          </a:prstGeom>
          <a:solidFill>
            <a:srgbClr val="006494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
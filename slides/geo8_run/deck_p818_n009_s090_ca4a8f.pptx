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3200400" cy="137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PART 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00200" y="2011680"/>
            <a:ext cx="914400" cy="9144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1089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000000"/>
                </a:solidFill>
              </a:defRPr>
            </a:pPr>
            <a:r>
              <a:t>Tell the short story below out loud using the pronunciation rule you studied on the previous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323232"/>
                </a:solidFill>
              </a:defRPr>
            </a:pPr>
            <a:r>
              <a:t>Last week, I went on a date. We were skating in the park, we were laughing, and the guy was making some really funny jokes...and then, out of nowhere, I fell down and I broke my leg!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286000"/>
            <a:ext cx="3657600" cy="3657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14400" y="5669280"/>
            <a:ext cx="731520" cy="7315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5669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</a:defRPr>
            </a:pPr>
            <a:r>
              <a:t>Play and listen to the audio clip to check your answers. Repeat if necessary.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
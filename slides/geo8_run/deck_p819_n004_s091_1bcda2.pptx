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Non-representational or Non-objective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Sources of the 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2743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• Nature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History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Greek and Roman Mythology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Religion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Sacred Oriental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
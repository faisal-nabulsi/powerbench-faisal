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C107"/>
                </a:solidFill>
              </a:rPr>
              <a:t>Health and Wellness</a:t>
            </a:r>
          </a:p>
          <a:p>
            <a:pPr lvl="1"/>
            <a:r>
              <a:rPr sz="1400" b="0">
                <a:solidFill>
                  <a:srgbClr val="D2D2D2"/>
                </a:solidFill>
              </a:rPr>
              <a:t>  • Skills related to physical and mental health, such as stress management, nutrition, and self-care, contribute to overall well-being and a higher quality of life.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800" b="1">
                <a:solidFill>
                  <a:srgbClr val="FFC107"/>
                </a:solidFill>
              </a:rPr>
              <a:t>Digital Literacy</a:t>
            </a:r>
          </a:p>
          <a:p>
            <a:pPr lvl="1"/>
            <a:r>
              <a:rPr sz="1400" b="0">
                <a:solidFill>
                  <a:srgbClr val="D2D2D2"/>
                </a:solidFill>
              </a:rPr>
              <a:t>  • With the digitalization of many aspects of life, digital literacy skills are essential for navigating technology, staying safe online, and using digital tools for various purposes.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800" b="1">
                <a:solidFill>
                  <a:srgbClr val="FFC107"/>
                </a:solidFill>
              </a:rPr>
              <a:t>Networking and Relationship Building</a:t>
            </a:r>
          </a:p>
          <a:p>
            <a:pPr lvl="1"/>
            <a:r>
              <a:rPr sz="1400" b="0">
                <a:solidFill>
                  <a:srgbClr val="D2D2D2"/>
                </a:solidFill>
              </a:rPr>
              <a:t>  • Building a strong professional and social network is vital for career advancement and personal growth.</a:t>
            </a:r>
          </a:p>
          <a:p>
            <a:pPr lvl="1"/>
            <a:r>
              <a:rPr sz="1400" b="0">
                <a:solidFill>
                  <a:srgbClr val="D2D2D2"/>
                </a:solidFill>
              </a:rPr>
              <a:t>  • Effective networking skills can open doors to opportunities and resources.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800" b="1">
                <a:solidFill>
                  <a:srgbClr val="FFC107"/>
                </a:solidFill>
              </a:rPr>
              <a:t>Conflict Resolution</a:t>
            </a:r>
          </a:p>
          <a:p>
            <a:pPr lvl="1"/>
            <a:r>
              <a:rPr sz="1400" b="0">
                <a:solidFill>
                  <a:srgbClr val="D2D2D2"/>
                </a:solidFill>
              </a:rPr>
              <a:t>  • Conflict is a natural part of life, and the ability to resolve conflicts constructively is valuable in both personal and professional relationships.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
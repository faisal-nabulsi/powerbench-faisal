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🎬 Viewing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Friends | Joey Doesn't Share Food!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rial"/>
              </a:defRPr>
            </a:pPr>
            <a:r>
              <a:t>Finish watching the video.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  <a:latin typeface="Arial"/>
              </a:defRPr>
            </a:pPr>
            <a:r>
              <a:t>FLUENT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
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0"/>
            <a:ext cx="228600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Obstacles that Elon faced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144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Rejection from Netscape and Ousted at ZIP2: In 1996, Elon Musk was ousted as the CEO of the company.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PayPal was voted 'worst business concept of the year’: When PayPal was issued as security software for the PalmPilot and other portable devices in 1999, it was voted the worst business idea of the year.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Tesla crisis: The company also had serious financial problems, and it was on the verge of going out of business.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SpaceX failure: The failure of the company's first three launches generated skepticism among many investors, but the fourth one got a huge success.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Running on empty: 2008 was the worst year of his life. After investing his whole money in Tesla and SpaceX, Musk was reliant on personal loans from friends.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
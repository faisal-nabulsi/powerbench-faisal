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Three levels of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1. Factual meaning - the literal statement or narrative content in the work that can be directly apprehended because the objects presented are easily recognized.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2. Conventional meaning - refers to the special meaning that the certain object or color has for a particular culture or group of people when it is shown in an artwork.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
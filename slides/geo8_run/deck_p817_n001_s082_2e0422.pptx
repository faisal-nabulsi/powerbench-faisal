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4000" b="1">
                <a:solidFill>
                  <a:srgbClr val="212121"/>
                </a:solidFill>
                <a:latin typeface="Arial"/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5544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3C3C3C"/>
                </a:solidFill>
                <a:latin typeface="Arial"/>
              </a:defRPr>
            </a:pPr>
            <a:r>
              <a:t>Discuss the questions below about dating.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2331720"/>
            <a:ext cx="365760" cy="365760"/>
          </a:xfrm>
          <a:prstGeom prst="ellipse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228600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212121"/>
                </a:solidFill>
                <a:latin typeface="Arial"/>
              </a:defRPr>
            </a:pPr>
            <a:r>
              <a:t>What do you think are some other good (or bad) date ideas not listed on the previous slide?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3429000"/>
            <a:ext cx="365760" cy="365760"/>
          </a:xfrm>
          <a:prstGeom prst="ellipse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338328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212121"/>
                </a:solidFill>
                <a:latin typeface="Arial"/>
              </a:defRPr>
            </a:pPr>
            <a:r>
              <a:t>What are some things that could go wrong on a first date?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526280"/>
            <a:ext cx="365760" cy="365760"/>
          </a:xfrm>
          <a:prstGeom prst="ellipse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4480560"/>
            <a:ext cx="5029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>
                <a:solidFill>
                  <a:srgbClr val="212121"/>
                </a:solidFill>
                <a:latin typeface="Arial"/>
              </a:defRPr>
            </a:pPr>
            <a:r>
              <a:t>What are some common etiquette mistakes to avoid on a first date?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3200400" cy="36576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772400" y="5943600"/>
            <a:ext cx="2743200" cy="640080"/>
          </a:xfrm>
          <a:prstGeom prst="rect">
            <a:avLst/>
          </a:prstGeom>
          <a:solidFill>
            <a:srgbClr val="0038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PREVIEW ACTIVITY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
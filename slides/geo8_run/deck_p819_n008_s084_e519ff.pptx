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685800"/>
            <a:ext cx="10360152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B40000"/>
                </a:solidFill>
              </a:rPr>
              <a:t>The Subject and Content of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</a:rPr>
              <a:t>D. Mythology and religion, dreams and fantasies.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11880"/>
            <a:ext cx="41148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11880"/>
            <a:ext cx="41148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
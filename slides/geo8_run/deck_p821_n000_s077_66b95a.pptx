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Now: I, 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5943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0000"/>
                </a:solidFill>
              </a:defRPr>
            </a:pPr>
            <a:r>
              <a:t>• Define the term Marketing</a:t>
            </a:r>
          </a:p>
        </p:txBody>
      </p:sp>
      <p:sp>
        <p:nvSpPr>
          <p:cNvPr id="7" name="Down Arrow 6"/>
          <p:cNvSpPr/>
          <p:nvPr/>
        </p:nvSpPr>
        <p:spPr>
          <a:xfrm>
            <a:off x="1371600" y="3108960"/>
            <a:ext cx="365760" cy="365760"/>
          </a:xfrm>
          <a:prstGeom prst="downArrow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1554480" y="3474720"/>
            <a:ext cx="365760" cy="36576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0000"/>
                </a:solidFill>
              </a:defRPr>
            </a:pPr>
            <a:r>
              <a:t>• Explain various things involved how products reach to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
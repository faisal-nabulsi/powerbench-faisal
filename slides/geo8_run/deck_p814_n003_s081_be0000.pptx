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</a:defRPr>
            </a:pPr>
            <a:r>
              <a:t>Components of visual communication.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9144000" cy="4114800"/>
          </a:xfrm>
          <a:prstGeom prst="rect">
            <a:avLst/>
          </a:prstGeom>
          <a:solidFill>
            <a:srgbClr val="1E1E1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Components of craftsmanship are the essential units of any visual plan that structure the plan's design and pass on its visual messages.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The components of visual computerization are line, shape, size, color, Typography, Space and Texture.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
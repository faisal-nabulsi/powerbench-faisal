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ACADEMIC WORLD AND PROFESSIONAL WORLD: DEMANDS AND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0070C0"/>
                </a:solidFill>
              </a:defRPr>
            </a:pPr>
            <a:r>
              <a:t>ACADEMIC WORLD</a:t>
            </a:r>
          </a:p>
          <a:p>
            <a:pPr>
              <a:spcBef>
                <a:spcPts val="600"/>
              </a:spcBef>
              <a:defRPr sz="1800" b="1">
                <a:solidFill>
                  <a:srgbClr val="FFFF00"/>
                </a:solidFill>
              </a:defRPr>
            </a:pPr>
            <a:r>
              <a:t>Outcome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Degrees and Certifications</a:t>
            </a:r>
          </a:p>
          <a:p>
            <a:pPr lvl="1">
              <a:spcBef>
                <a:spcPts val="400"/>
              </a:spcBef>
              <a:defRPr sz="1200">
                <a:solidFill>
                  <a:srgbClr val="DCDCDC"/>
                </a:solidFill>
              </a:defRPr>
            </a:pPr>
            <a:r>
              <a:t>• Academic success leads to degrees and certifications (e.g., diplomas, degrees, Ph.Ds.), which serve as qualifications for future opportunities.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00B050"/>
                </a:solidFill>
              </a:defRPr>
            </a:pPr>
            <a:r>
              <a:t>PROFESSIONAL WORLD</a:t>
            </a:r>
          </a:p>
          <a:p>
            <a:pPr>
              <a:spcBef>
                <a:spcPts val="600"/>
              </a:spcBef>
              <a:defRPr sz="1800" b="1">
                <a:solidFill>
                  <a:srgbClr val="FFFF00"/>
                </a:solidFill>
              </a:defRPr>
            </a:pPr>
            <a:r>
              <a:t>Outcome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Achievement and Success</a:t>
            </a:r>
          </a:p>
          <a:p>
            <a:pPr lvl="1">
              <a:spcBef>
                <a:spcPts val="400"/>
              </a:spcBef>
              <a:defRPr sz="1200">
                <a:solidFill>
                  <a:srgbClr val="DCDCDC"/>
                </a:solidFill>
              </a:defRPr>
            </a:pPr>
            <a:r>
              <a:t>• Professional success is measured by job performance, career advancement, and the impact of one's work on organizations and clients.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Compensation</a:t>
            </a:r>
          </a:p>
          <a:p>
            <a:pPr lvl="1">
              <a:spcBef>
                <a:spcPts val="400"/>
              </a:spcBef>
              <a:defRPr sz="1200">
                <a:solidFill>
                  <a:srgbClr val="DCDCDC"/>
                </a:solidFill>
              </a:defRPr>
            </a:pPr>
            <a:r>
              <a:t>• Compensation and benefits are typically tied to professional success and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
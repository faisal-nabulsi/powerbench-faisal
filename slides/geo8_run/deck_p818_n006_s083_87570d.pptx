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VIEWING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280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Watch the first 2 minutes of the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572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400">
                <a:solidFill>
                  <a:srgbClr val="FFFFFF"/>
                </a:solidFill>
              </a:defRPr>
            </a:pPr>
            <a:r>
              <a:t>Friends | Joey Doesn’t Share Food!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3657600" cy="2743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
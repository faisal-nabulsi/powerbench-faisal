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Advantages of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 Greater Transparency</a:t>
            </a:r>
          </a:p>
          <a:p>
            <a:pPr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 Highly secure</a:t>
            </a:r>
          </a:p>
          <a:p>
            <a:pPr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 Easily traceable</a:t>
            </a:r>
          </a:p>
          <a:p>
            <a:pPr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 High efficiency and speed</a:t>
            </a:r>
          </a:p>
          <a:p>
            <a:pPr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 Low cost</a:t>
            </a:r>
          </a:p>
          <a:p>
            <a:pPr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 Zero percentage of fraud</a:t>
            </a:r>
          </a:p>
          <a:p>
            <a:pPr>
              <a:lnSpc>
                <a:spcPts val="2400"/>
              </a:lnSpc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 Extremely volatile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1645920"/>
            <a:ext cx="2194560" cy="6400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Blockchain Benefits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5463540.0" y="2286000"/>
            <a:ext cx="1257300.0" cy="54864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914900" y="2834640"/>
            <a:ext cx="1097280" cy="822960"/>
          </a:xfrm>
          <a:prstGeom prst="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Security</a:t>
            </a:r>
            <a:br/>
            <a:r>
              <a:t>&amp; Trust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720840.0" y="2286000"/>
            <a:ext cx="0.0" cy="54864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172200" y="2834640"/>
            <a:ext cx="1097280" cy="822960"/>
          </a:xfrm>
          <a:prstGeom prst="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Transparency</a:t>
            </a:r>
            <a:br/>
            <a:r>
              <a:t>&amp; Traceability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20840.0" y="2286000"/>
            <a:ext cx="1257300.0" cy="54864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429500" y="2834640"/>
            <a:ext cx="1097280" cy="822960"/>
          </a:xfrm>
          <a:prstGeom prst="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Efficiency</a:t>
            </a:r>
            <a:br/>
            <a:r>
              <a:t>&amp;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
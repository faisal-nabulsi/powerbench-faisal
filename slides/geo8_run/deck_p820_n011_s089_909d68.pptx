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D3D3D3"/>
                </a:solidFill>
                <a:latin typeface="Arial"/>
              </a:rPr>
              <a:t>TOP GRADES ARE NOT THE SOLE DETERMINANT OF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Arial"/>
              </a:defRPr>
            </a:pPr>
            <a:r>
              <a:rPr b="1">
                <a:solidFill>
                  <a:srgbClr val="FFFF00"/>
                </a:solidFill>
              </a:rPr>
              <a:t>Success</a:t>
            </a:r>
            <a:r>
              <a:rPr>
                <a:solidFill>
                  <a:srgbClr val="FFFFFF"/>
                </a:solidFill>
              </a:rPr>
              <a:t> is multifaceted and depends on a variety of factors, including </a:t>
            </a:r>
            <a:r>
              <a:rPr b="1">
                <a:solidFill>
                  <a:srgbClr val="00C800"/>
                </a:solidFill>
              </a:rPr>
              <a:t>Skills,</a:t>
            </a:r>
            <a:r>
              <a:rPr b="1">
                <a:solidFill>
                  <a:srgbClr val="0064FF"/>
                </a:solidFill>
              </a:rPr>
              <a:t> Experiences,</a:t>
            </a:r>
            <a:r>
              <a:rPr b="1">
                <a:solidFill>
                  <a:srgbClr val="FF3232"/>
                </a:solidFill>
              </a:rPr>
              <a:t> and Personal Attributes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1148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
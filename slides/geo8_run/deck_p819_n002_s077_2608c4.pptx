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365760"/>
            <a:ext cx="68580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Non-representational or Non-objective Art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5486400" cy="3657600"/>
          </a:xfrm>
          <a:prstGeom prst="rect">
            <a:avLst/>
          </a:prstGeom>
          <a:ln w="63500">
            <a:solidFill>
              <a:srgbClr val="FFFFFF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029200" cy="3200400"/>
          </a:xfrm>
          <a:prstGeom prst="rect">
            <a:avLst/>
          </a:prstGeom>
          <a:ln w="63500">
            <a:solidFill>
              <a:srgbClr val="FFFFFF"/>
            </a:solidFill>
          </a:ln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5029200" cy="2286000"/>
          </a:xfrm>
          <a:prstGeom prst="rect">
            <a:avLst/>
          </a:prstGeom>
          <a:ln w="63500"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
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6876" y="2286000"/>
            <a:ext cx="7315200" cy="2286000"/>
          </a:xfrm>
          <a:prstGeom prst="rect">
            <a:avLst/>
          </a:prstGeom>
          <a:solidFill>
            <a:srgbClr val="FF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Which type of market is beneficial for the customers? Why?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
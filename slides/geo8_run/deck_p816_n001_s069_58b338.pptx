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E6C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0" y="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1261872" y="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2523744" y="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3785616" y="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5047488" y="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6309360" y="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7571232" y="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833104" y="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10094976" y="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11356848" y="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12618720" y="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13880592" y="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274320" y="54864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1536192" y="54864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2798064" y="54864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4059936" y="54864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5321808" y="54864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6583680" y="54864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7845552" y="54864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107424" y="54864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10369296" y="54864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11631168" y="54864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12893040" y="54864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14154912" y="54864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0" y="109728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261872" y="109728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2523744" y="109728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3785616" y="109728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5047488" y="109728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6309360" y="109728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7571232" y="109728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8833104" y="109728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094976" y="109728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1356848" y="109728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2618720" y="109728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3880592" y="109728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274320" y="164592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536192" y="164592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2798064" y="164592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4059936" y="164592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Hexagon 41"/>
          <p:cNvSpPr/>
          <p:nvPr/>
        </p:nvSpPr>
        <p:spPr>
          <a:xfrm>
            <a:off x="5321808" y="164592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Hexagon 42"/>
          <p:cNvSpPr/>
          <p:nvPr/>
        </p:nvSpPr>
        <p:spPr>
          <a:xfrm>
            <a:off x="6583680" y="164592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exagon 43"/>
          <p:cNvSpPr/>
          <p:nvPr/>
        </p:nvSpPr>
        <p:spPr>
          <a:xfrm>
            <a:off x="7845552" y="164592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Hexagon 44"/>
          <p:cNvSpPr/>
          <p:nvPr/>
        </p:nvSpPr>
        <p:spPr>
          <a:xfrm>
            <a:off x="9107424" y="164592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exagon 45"/>
          <p:cNvSpPr/>
          <p:nvPr/>
        </p:nvSpPr>
        <p:spPr>
          <a:xfrm>
            <a:off x="10369296" y="164592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exagon 46"/>
          <p:cNvSpPr/>
          <p:nvPr/>
        </p:nvSpPr>
        <p:spPr>
          <a:xfrm>
            <a:off x="11631168" y="164592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exagon 47"/>
          <p:cNvSpPr/>
          <p:nvPr/>
        </p:nvSpPr>
        <p:spPr>
          <a:xfrm>
            <a:off x="12893040" y="164592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exagon 48"/>
          <p:cNvSpPr/>
          <p:nvPr/>
        </p:nvSpPr>
        <p:spPr>
          <a:xfrm>
            <a:off x="14154912" y="164592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exagon 49"/>
          <p:cNvSpPr/>
          <p:nvPr/>
        </p:nvSpPr>
        <p:spPr>
          <a:xfrm>
            <a:off x="0" y="219456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Hexagon 50"/>
          <p:cNvSpPr/>
          <p:nvPr/>
        </p:nvSpPr>
        <p:spPr>
          <a:xfrm>
            <a:off x="1261872" y="219456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exagon 51"/>
          <p:cNvSpPr/>
          <p:nvPr/>
        </p:nvSpPr>
        <p:spPr>
          <a:xfrm>
            <a:off x="2523744" y="219456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Hexagon 52"/>
          <p:cNvSpPr/>
          <p:nvPr/>
        </p:nvSpPr>
        <p:spPr>
          <a:xfrm>
            <a:off x="3785616" y="219456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Hexagon 53"/>
          <p:cNvSpPr/>
          <p:nvPr/>
        </p:nvSpPr>
        <p:spPr>
          <a:xfrm>
            <a:off x="5047488" y="219456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Hexagon 54"/>
          <p:cNvSpPr/>
          <p:nvPr/>
        </p:nvSpPr>
        <p:spPr>
          <a:xfrm>
            <a:off x="6309360" y="219456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Hexagon 55"/>
          <p:cNvSpPr/>
          <p:nvPr/>
        </p:nvSpPr>
        <p:spPr>
          <a:xfrm>
            <a:off x="7571232" y="219456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Hexagon 56"/>
          <p:cNvSpPr/>
          <p:nvPr/>
        </p:nvSpPr>
        <p:spPr>
          <a:xfrm>
            <a:off x="8833104" y="219456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Hexagon 57"/>
          <p:cNvSpPr/>
          <p:nvPr/>
        </p:nvSpPr>
        <p:spPr>
          <a:xfrm>
            <a:off x="10094976" y="219456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Hexagon 58"/>
          <p:cNvSpPr/>
          <p:nvPr/>
        </p:nvSpPr>
        <p:spPr>
          <a:xfrm>
            <a:off x="11356848" y="219456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Hexagon 59"/>
          <p:cNvSpPr/>
          <p:nvPr/>
        </p:nvSpPr>
        <p:spPr>
          <a:xfrm>
            <a:off x="12618720" y="219456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Hexagon 60"/>
          <p:cNvSpPr/>
          <p:nvPr/>
        </p:nvSpPr>
        <p:spPr>
          <a:xfrm>
            <a:off x="13880592" y="219456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Hexagon 61"/>
          <p:cNvSpPr/>
          <p:nvPr/>
        </p:nvSpPr>
        <p:spPr>
          <a:xfrm>
            <a:off x="274320" y="274320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Hexagon 62"/>
          <p:cNvSpPr/>
          <p:nvPr/>
        </p:nvSpPr>
        <p:spPr>
          <a:xfrm>
            <a:off x="1536192" y="274320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Hexagon 63"/>
          <p:cNvSpPr/>
          <p:nvPr/>
        </p:nvSpPr>
        <p:spPr>
          <a:xfrm>
            <a:off x="2798064" y="274320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Hexagon 64"/>
          <p:cNvSpPr/>
          <p:nvPr/>
        </p:nvSpPr>
        <p:spPr>
          <a:xfrm>
            <a:off x="4059936" y="274320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Hexagon 65"/>
          <p:cNvSpPr/>
          <p:nvPr/>
        </p:nvSpPr>
        <p:spPr>
          <a:xfrm>
            <a:off x="5321808" y="274320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Hexagon 66"/>
          <p:cNvSpPr/>
          <p:nvPr/>
        </p:nvSpPr>
        <p:spPr>
          <a:xfrm>
            <a:off x="6583680" y="274320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Hexagon 67"/>
          <p:cNvSpPr/>
          <p:nvPr/>
        </p:nvSpPr>
        <p:spPr>
          <a:xfrm>
            <a:off x="7845552" y="274320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Hexagon 68"/>
          <p:cNvSpPr/>
          <p:nvPr/>
        </p:nvSpPr>
        <p:spPr>
          <a:xfrm>
            <a:off x="9107424" y="274320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Hexagon 69"/>
          <p:cNvSpPr/>
          <p:nvPr/>
        </p:nvSpPr>
        <p:spPr>
          <a:xfrm>
            <a:off x="10369296" y="274320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Hexagon 70"/>
          <p:cNvSpPr/>
          <p:nvPr/>
        </p:nvSpPr>
        <p:spPr>
          <a:xfrm>
            <a:off x="11631168" y="274320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Hexagon 71"/>
          <p:cNvSpPr/>
          <p:nvPr/>
        </p:nvSpPr>
        <p:spPr>
          <a:xfrm>
            <a:off x="12893040" y="274320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Hexagon 72"/>
          <p:cNvSpPr/>
          <p:nvPr/>
        </p:nvSpPr>
        <p:spPr>
          <a:xfrm>
            <a:off x="14154912" y="274320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Hexagon 73"/>
          <p:cNvSpPr/>
          <p:nvPr/>
        </p:nvSpPr>
        <p:spPr>
          <a:xfrm>
            <a:off x="0" y="329184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Hexagon 74"/>
          <p:cNvSpPr/>
          <p:nvPr/>
        </p:nvSpPr>
        <p:spPr>
          <a:xfrm>
            <a:off x="1261872" y="329184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Hexagon 75"/>
          <p:cNvSpPr/>
          <p:nvPr/>
        </p:nvSpPr>
        <p:spPr>
          <a:xfrm>
            <a:off x="2523744" y="329184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Hexagon 76"/>
          <p:cNvSpPr/>
          <p:nvPr/>
        </p:nvSpPr>
        <p:spPr>
          <a:xfrm>
            <a:off x="3785616" y="329184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Hexagon 77"/>
          <p:cNvSpPr/>
          <p:nvPr/>
        </p:nvSpPr>
        <p:spPr>
          <a:xfrm>
            <a:off x="5047488" y="329184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Hexagon 78"/>
          <p:cNvSpPr/>
          <p:nvPr/>
        </p:nvSpPr>
        <p:spPr>
          <a:xfrm>
            <a:off x="6309360" y="329184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Hexagon 79"/>
          <p:cNvSpPr/>
          <p:nvPr/>
        </p:nvSpPr>
        <p:spPr>
          <a:xfrm>
            <a:off x="7571232" y="329184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Hexagon 80"/>
          <p:cNvSpPr/>
          <p:nvPr/>
        </p:nvSpPr>
        <p:spPr>
          <a:xfrm>
            <a:off x="8833104" y="329184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Hexagon 81"/>
          <p:cNvSpPr/>
          <p:nvPr/>
        </p:nvSpPr>
        <p:spPr>
          <a:xfrm>
            <a:off x="10094976" y="329184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Hexagon 82"/>
          <p:cNvSpPr/>
          <p:nvPr/>
        </p:nvSpPr>
        <p:spPr>
          <a:xfrm>
            <a:off x="11356848" y="329184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Hexagon 83"/>
          <p:cNvSpPr/>
          <p:nvPr/>
        </p:nvSpPr>
        <p:spPr>
          <a:xfrm>
            <a:off x="12618720" y="329184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Hexagon 84"/>
          <p:cNvSpPr/>
          <p:nvPr/>
        </p:nvSpPr>
        <p:spPr>
          <a:xfrm>
            <a:off x="13880592" y="329184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Hexagon 85"/>
          <p:cNvSpPr/>
          <p:nvPr/>
        </p:nvSpPr>
        <p:spPr>
          <a:xfrm>
            <a:off x="274320" y="384048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Hexagon 86"/>
          <p:cNvSpPr/>
          <p:nvPr/>
        </p:nvSpPr>
        <p:spPr>
          <a:xfrm>
            <a:off x="1536192" y="384048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Hexagon 87"/>
          <p:cNvSpPr/>
          <p:nvPr/>
        </p:nvSpPr>
        <p:spPr>
          <a:xfrm>
            <a:off x="2798064" y="384048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Hexagon 88"/>
          <p:cNvSpPr/>
          <p:nvPr/>
        </p:nvSpPr>
        <p:spPr>
          <a:xfrm>
            <a:off x="4059936" y="384048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Hexagon 89"/>
          <p:cNvSpPr/>
          <p:nvPr/>
        </p:nvSpPr>
        <p:spPr>
          <a:xfrm>
            <a:off x="5321808" y="384048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Hexagon 90"/>
          <p:cNvSpPr/>
          <p:nvPr/>
        </p:nvSpPr>
        <p:spPr>
          <a:xfrm>
            <a:off x="6583680" y="384048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Hexagon 91"/>
          <p:cNvSpPr/>
          <p:nvPr/>
        </p:nvSpPr>
        <p:spPr>
          <a:xfrm>
            <a:off x="7845552" y="384048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Hexagon 92"/>
          <p:cNvSpPr/>
          <p:nvPr/>
        </p:nvSpPr>
        <p:spPr>
          <a:xfrm>
            <a:off x="9107424" y="384048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Hexagon 93"/>
          <p:cNvSpPr/>
          <p:nvPr/>
        </p:nvSpPr>
        <p:spPr>
          <a:xfrm>
            <a:off x="10369296" y="384048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Hexagon 94"/>
          <p:cNvSpPr/>
          <p:nvPr/>
        </p:nvSpPr>
        <p:spPr>
          <a:xfrm>
            <a:off x="11631168" y="384048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Hexagon 95"/>
          <p:cNvSpPr/>
          <p:nvPr/>
        </p:nvSpPr>
        <p:spPr>
          <a:xfrm>
            <a:off x="12893040" y="384048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Hexagon 96"/>
          <p:cNvSpPr/>
          <p:nvPr/>
        </p:nvSpPr>
        <p:spPr>
          <a:xfrm>
            <a:off x="14154912" y="384048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Hexagon 97"/>
          <p:cNvSpPr/>
          <p:nvPr/>
        </p:nvSpPr>
        <p:spPr>
          <a:xfrm>
            <a:off x="0" y="438912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Hexagon 98"/>
          <p:cNvSpPr/>
          <p:nvPr/>
        </p:nvSpPr>
        <p:spPr>
          <a:xfrm>
            <a:off x="1261872" y="438912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Hexagon 99"/>
          <p:cNvSpPr/>
          <p:nvPr/>
        </p:nvSpPr>
        <p:spPr>
          <a:xfrm>
            <a:off x="2523744" y="438912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Hexagon 100"/>
          <p:cNvSpPr/>
          <p:nvPr/>
        </p:nvSpPr>
        <p:spPr>
          <a:xfrm>
            <a:off x="3785616" y="438912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Hexagon 101"/>
          <p:cNvSpPr/>
          <p:nvPr/>
        </p:nvSpPr>
        <p:spPr>
          <a:xfrm>
            <a:off x="5047488" y="438912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Hexagon 102"/>
          <p:cNvSpPr/>
          <p:nvPr/>
        </p:nvSpPr>
        <p:spPr>
          <a:xfrm>
            <a:off x="6309360" y="438912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Hexagon 103"/>
          <p:cNvSpPr/>
          <p:nvPr/>
        </p:nvSpPr>
        <p:spPr>
          <a:xfrm>
            <a:off x="7571232" y="438912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Hexagon 104"/>
          <p:cNvSpPr/>
          <p:nvPr/>
        </p:nvSpPr>
        <p:spPr>
          <a:xfrm>
            <a:off x="8833104" y="438912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Hexagon 105"/>
          <p:cNvSpPr/>
          <p:nvPr/>
        </p:nvSpPr>
        <p:spPr>
          <a:xfrm>
            <a:off x="10094976" y="438912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Hexagon 106"/>
          <p:cNvSpPr/>
          <p:nvPr/>
        </p:nvSpPr>
        <p:spPr>
          <a:xfrm>
            <a:off x="11356848" y="438912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Hexagon 107"/>
          <p:cNvSpPr/>
          <p:nvPr/>
        </p:nvSpPr>
        <p:spPr>
          <a:xfrm>
            <a:off x="12618720" y="438912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Hexagon 108"/>
          <p:cNvSpPr/>
          <p:nvPr/>
        </p:nvSpPr>
        <p:spPr>
          <a:xfrm>
            <a:off x="13880592" y="438912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Hexagon 109"/>
          <p:cNvSpPr/>
          <p:nvPr/>
        </p:nvSpPr>
        <p:spPr>
          <a:xfrm>
            <a:off x="274320" y="493776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Hexagon 110"/>
          <p:cNvSpPr/>
          <p:nvPr/>
        </p:nvSpPr>
        <p:spPr>
          <a:xfrm>
            <a:off x="1536192" y="493776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Hexagon 111"/>
          <p:cNvSpPr/>
          <p:nvPr/>
        </p:nvSpPr>
        <p:spPr>
          <a:xfrm>
            <a:off x="2798064" y="493776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Hexagon 112"/>
          <p:cNvSpPr/>
          <p:nvPr/>
        </p:nvSpPr>
        <p:spPr>
          <a:xfrm>
            <a:off x="4059936" y="493776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Hexagon 113"/>
          <p:cNvSpPr/>
          <p:nvPr/>
        </p:nvSpPr>
        <p:spPr>
          <a:xfrm>
            <a:off x="5321808" y="493776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Hexagon 114"/>
          <p:cNvSpPr/>
          <p:nvPr/>
        </p:nvSpPr>
        <p:spPr>
          <a:xfrm>
            <a:off x="6583680" y="493776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Hexagon 115"/>
          <p:cNvSpPr/>
          <p:nvPr/>
        </p:nvSpPr>
        <p:spPr>
          <a:xfrm>
            <a:off x="7845552" y="493776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Hexagon 116"/>
          <p:cNvSpPr/>
          <p:nvPr/>
        </p:nvSpPr>
        <p:spPr>
          <a:xfrm>
            <a:off x="9107424" y="493776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Hexagon 117"/>
          <p:cNvSpPr/>
          <p:nvPr/>
        </p:nvSpPr>
        <p:spPr>
          <a:xfrm>
            <a:off x="10369296" y="4937760"/>
            <a:ext cx="731520" cy="731520"/>
          </a:xfrm>
          <a:prstGeom prst="hexagon">
            <a:avLst/>
          </a:prstGeom>
          <a:solidFill>
            <a:srgbClr val="A5D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Hexagon 118"/>
          <p:cNvSpPr/>
          <p:nvPr/>
        </p:nvSpPr>
        <p:spPr>
          <a:xfrm>
            <a:off x="11631168" y="4937760"/>
            <a:ext cx="731520" cy="731520"/>
          </a:xfrm>
          <a:prstGeom prst="hexagon">
            <a:avLst/>
          </a:prstGeom>
          <a:solidFill>
            <a:srgbClr val="CDE1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Hexagon 119"/>
          <p:cNvSpPr/>
          <p:nvPr/>
        </p:nvSpPr>
        <p:spPr>
          <a:xfrm>
            <a:off x="12893040" y="4937760"/>
            <a:ext cx="731520" cy="731520"/>
          </a:xfrm>
          <a:prstGeom prst="hexagon">
            <a:avLst/>
          </a:prstGeom>
          <a:solidFill>
            <a:srgbClr val="B0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Hexagon 120"/>
          <p:cNvSpPr/>
          <p:nvPr/>
        </p:nvSpPr>
        <p:spPr>
          <a:xfrm>
            <a:off x="14154912" y="4937760"/>
            <a:ext cx="731520" cy="731520"/>
          </a:xfrm>
          <a:prstGeom prst="hexagon">
            <a:avLst/>
          </a:prstGeom>
          <a:solidFill>
            <a:srgbClr val="BFD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371600" y="914400"/>
            <a:ext cx="9418320" cy="5029200"/>
          </a:xfrm>
          <a:prstGeom prst="roundRect">
            <a:avLst a:round="160000"/>
          </a:prstGeom>
          <a:solidFill>
            <a:srgbClr val="FFFFFF"/>
          </a:solidFill>
          <a:ln w="25400">
            <a:solidFill>
              <a:srgbClr val="4A7C4A"/>
            </a:solidFill>
          </a:ln>
        </p:spPr>
        <p:txBody>
          <a:bodyPr wrap="square">
            <a:spAutoFit/>
          </a:bodyPr>
          <a:lstStyle/>
          <a:p/>
          <a:p>
            <a:pPr algn="l">
              <a:spcBef>
                <a:spcPts val="1500"/>
              </a:spcBef>
              <a:spcAft>
                <a:spcPts val="1000"/>
              </a:spcAft>
            </a:pPr>
            <a:r>
              <a:rPr b="1" sz="3200">
                <a:solidFill>
                  <a:srgbClr val="2E7D32"/>
                </a:solidFill>
                <a:latin typeface="Calibri"/>
              </a:rPr>
              <a:t>NATURAL ENVIRONMENT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400">
                <a:solidFill>
                  <a:srgbClr val="2E7D32"/>
                </a:solidFill>
              </a:rPr>
              <a:t>━━━━━━━━━━━━━━━━━━━━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●  The natural environment means the non human made surroundings conditions in which all biotic and abiotic things exist on earth.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  ●  Natural environment can further be divided into 4 parts.</a:t>
            </a:r>
          </a:p>
        </p:txBody>
      </p:sp>
      <p:sp>
        <p:nvSpPr>
          <p:cNvPr id="123" name="Oval 122"/>
          <p:cNvSpPr/>
          <p:nvPr/>
        </p:nvSpPr>
        <p:spPr>
          <a:xfrm>
            <a:off x="4572000" y="5669280"/>
            <a:ext cx="2286000" cy="2286000"/>
          </a:xfrm>
          <a:prstGeom prst="ellipse">
            <a:avLst/>
          </a:prstGeom>
          <a:solidFill>
            <a:srgbClr val="4CAF5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4" name="Picture 1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59893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
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5 Stages of Development of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1. ORAL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3366"/>
                </a:solidFill>
              </a:defRPr>
              <a:buChar char="•"/>
              <a:buFont typeface="+Minor"/>
              <a:solidFill>
                <a:srgbClr val="003366"/>
              </a:solidFill>
            </a:pPr>
            <a:r>
              <a:t>Language allowed humans to communicate and share information.</a:t>
            </a:r>
          </a:p>
          <a:p>
            <a:pPr>
              <a:defRPr sz="2000">
                <a:solidFill>
                  <a:srgbClr val="003366"/>
                </a:solidFill>
              </a:defRPr>
              <a:buChar char="•"/>
              <a:buFont typeface="+Minor"/>
              <a:solidFill>
                <a:srgbClr val="003366"/>
              </a:solidFill>
            </a:pPr>
            <a:r>
              <a:t>Language became the most important tool for exploring the world and different cultures.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5720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
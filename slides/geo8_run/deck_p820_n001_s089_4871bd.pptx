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8E6C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005A00"/>
                </a:solidFill>
              </a:defRPr>
            </a:pPr>
            <a:r>
              <a:t>NATURAL ENVIRONMENT</a:t>
            </a:r>
          </a:p>
          <a:p>
            <a:pPr algn="l" marL="114300" indent="304800">
              <a:spcBef>
                <a:spcPts val="2000"/>
              </a:spcBef>
              <a:defRPr sz="1800">
                <a:solidFill>
                  <a:srgbClr val="000000"/>
                </a:solidFill>
              </a:defRPr>
              <a:buChar char="•"/>
            </a:pPr>
            <a:r>
              <a:t>The natural environment means the non human made surroundings conditions in which all biotic and abiotic things exist on earth.</a:t>
            </a:r>
          </a:p>
          <a:p>
            <a:pPr algn="l" marL="114300" indent="304800">
              <a:spcBef>
                <a:spcPts val="1600"/>
              </a:spcBef>
              <a:defRPr sz="1800">
                <a:solidFill>
                  <a:srgbClr val="000000"/>
                </a:solidFill>
              </a:defRPr>
              <a:buChar char="•"/>
            </a:pPr>
            <a:r>
              <a:t>Natural environment can further be divided into 4 parts.</a:t>
            </a:r>
          </a:p>
        </p:txBody>
      </p:sp>
      <p:sp>
        <p:nvSpPr>
          <p:cNvPr id="3" name="Oval 2"/>
          <p:cNvSpPr/>
          <p:nvPr/>
        </p:nvSpPr>
        <p:spPr>
          <a:xfrm>
            <a:off x="3429000" y="5577840"/>
            <a:ext cx="2286000" cy="2286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96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5760720"/>
            <a:ext cx="1920240" cy="19202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
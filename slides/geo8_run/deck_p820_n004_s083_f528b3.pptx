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154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Where do you buy your products from?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
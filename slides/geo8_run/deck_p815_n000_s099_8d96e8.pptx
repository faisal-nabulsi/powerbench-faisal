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09728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Global and Local Cultural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0000"/>
                </a:solidFill>
              </a:defRPr>
            </a:pPr>
            <a:r>
              <a:t>Cultural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✓ are goods and services such as arts, architectures, museums etc. that showcase the history and information of certain which belong to the country’s cultural heritage.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4114800"/>
            <a:ext cx="3200400" cy="2286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647" y="4114800"/>
            <a:ext cx="3200400" cy="2286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247" y="411480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
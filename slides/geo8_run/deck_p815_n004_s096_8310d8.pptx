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137160" cy="4572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3600">
                <a:solidFill>
                  <a:srgbClr val="000000"/>
                </a:solidFill>
              </a:defRPr>
            </a:pPr>
            <a: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Brief highlights of Elon Musk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Biography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Early life of Elon Musk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How he came up with his ideas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Elon’s current stage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Obstacles that Elon faced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Lessons that we can learn from Elon Musk's life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Elon’s Future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
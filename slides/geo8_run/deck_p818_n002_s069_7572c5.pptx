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0000"/>
                </a:solidFill>
              </a:defRPr>
            </a:pPr>
            <a:r>
              <a:t>Animals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57600"/>
            <a:ext cx="3200400" cy="3200400"/>
          </a:xfrm>
          <a:prstGeom prst="rect">
            <a:avLst/>
          </a:prstGeom>
          <a:ln w="137160">
            <a:solidFill>
              <a:srgbClr val="FFFFFF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657600"/>
            <a:ext cx="3200400" cy="3200400"/>
          </a:xfrm>
          <a:prstGeom prst="rect">
            <a:avLst/>
          </a:prstGeom>
          <a:ln w="137160"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
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03366"/>
                </a:solidFill>
              </a:defRPr>
            </a:pPr>
            <a:r>
              <a:t>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i="1">
                <a:solidFill>
                  <a:srgbClr val="323232"/>
                </a:solidFill>
              </a:defRPr>
            </a:pPr>
            <a:r>
              <a:t>Choose true (T), false (F), or not given (N) according to the information in the video.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2011680"/>
            <a:ext cx="2926080" cy="32004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2011680"/>
          <a:ext cx="47548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3291840"/>
                <a:gridCol w="365760"/>
                <a:gridCol w="365760"/>
                <a:gridCol w="365760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FFFFFF"/>
                          </a:solidFill>
                        </a:rPr>
                        <a:t>No.</a:t>
                      </a:r>
                    </a:p>
                  </a:txBody>
                  <a:tcPr>
                    <a:solidFill>
                      <a:srgbClr val="4682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FFFFFF"/>
                          </a:solidFill>
                        </a:rPr>
                        <a:t>Statement</a:t>
                      </a:r>
                    </a:p>
                  </a:txBody>
                  <a:tcPr>
                    <a:solidFill>
                      <a:srgbClr val="4682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FFFFFF"/>
                          </a:solidFill>
                        </a:rPr>
                        <a:t>T</a:t>
                      </a:r>
                    </a:p>
                  </a:txBody>
                  <a:tcPr>
                    <a:solidFill>
                      <a:srgbClr val="4682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FFFFFF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rgbClr val="4682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FFFFFF"/>
                          </a:solidFill>
                        </a:rPr>
                        <a:t>N</a:t>
                      </a:r>
                    </a:p>
                  </a:txBody>
                  <a:tcPr>
                    <a:solidFill>
                      <a:srgbClr val="4682B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Phoebe sarcastically says that Sarah is a monster for her etiquette.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/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/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/>
                        <a:t>☐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Joey prefers eating French fries with his fingers.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/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/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/>
                        <a:t>☐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Rachel is surprised to hear about Joey’s food sharing rule.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/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/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/>
                        <a:t>☐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3200400" y="5943600"/>
            <a:ext cx="2743200" cy="548640"/>
          </a:xfrm>
          <a:prstGeom prst="rect">
            <a:avLst/>
          </a:prstGeom>
          <a:solidFill>
            <a:srgbClr val="80808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600">
                <a:solidFill>
                  <a:srgbClr val="FFFFFF"/>
                </a:solidFill>
              </a:rPr>
              <a:t>VIEWING ACTIVITY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
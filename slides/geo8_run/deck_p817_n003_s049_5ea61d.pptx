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41414"/>
                </a:solidFill>
              </a:defRPr>
            </a:pPr>
            <a:r>
              <a:t>ELON MUSK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C3C3C"/>
                </a:solidFill>
              </a:defRPr>
            </a:pPr>
            <a:r>
              <a:t>Lahiru Herath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029200" cy="5029200"/>
          </a:xfrm>
          <a:prstGeom prst="rect">
            <a:avLst/>
          </a:prstGeom>
          <a:ln w="91440">
            <a:solidFill>
              <a:srgbClr val="FFFFFF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0"/>
            <a:ext cx="18288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
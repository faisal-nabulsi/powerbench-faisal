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VIEWING FOLLOW-UP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474720"/>
            <a:ext cx="3200400" cy="3200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0"/>
            <a:ext cx="201168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
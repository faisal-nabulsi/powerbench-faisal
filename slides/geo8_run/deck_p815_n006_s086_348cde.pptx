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286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0000"/>
                </a:solidFill>
              </a:defRPr>
            </a:pPr>
            <a:r>
              <a:t>🗣️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Tell the short story below out loud using the pronunciation rule you studied on the previous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Last week, I went on a date. We were skating in the park, we were laughing, and the guy was making some really funny jokes...and then, out of nowhere, I fell down and I broke my leg!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27432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69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Play and listen to the audio clip to check your answers. Repeat if necessary.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
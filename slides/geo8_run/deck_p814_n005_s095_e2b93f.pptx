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0" y="1097280"/>
            <a:ext cx="36576" cy="4572000"/>
          </a:xfrm>
          <a:prstGeom prst="rect">
            <a:avLst/>
          </a:prstGeom>
          <a:solidFill>
            <a:srgbClr val="FFC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400"/>
                </a:solidFill>
                <a:latin typeface="Arial"/>
              </a:defRPr>
            </a:pPr>
            <a:r>
              <a:t>Elon Musk Current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• CEO and Chief Engineer at SpaceX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• CEO and Product Architect of Tesla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• Founder of The Boring Company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• Cofounder of Neuralink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• Cofounder of OpenAI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5029200" cy="4114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
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371600" y="2286000"/>
            <a:ext cx="9445752" cy="411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0000"/>
                </a:solidFill>
              </a:defRPr>
            </a:pPr>
            <a:r>
              <a:t>The Subject and Content of Art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914400"/>
            <a:ext cx="9445752" cy="9144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000000"/>
                </a:solidFill>
              </a:defRPr>
            </a:pPr>
            <a:r>
              <a:t>Two kinds of Art as to Subject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2743200"/>
            <a:ext cx="853135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 b="1">
                <a:solidFill>
                  <a:srgbClr val="000000"/>
                </a:solidFill>
              </a:defRPr>
            </a:pPr>
            <a:r>
              <a:t>2. Non-representational or Non-objective Art</a:t>
            </a:r>
          </a:p>
          <a:p>
            <a:pPr>
              <a:spcBef>
                <a:spcPts val="500"/>
              </a:spcBef>
              <a:defRPr sz="1800">
                <a:solidFill>
                  <a:srgbClr val="000000"/>
                </a:solidFill>
              </a:defRPr>
            </a:pPr>
            <a:r>
              <a:t>✓ Also known as non-objective art</a:t>
            </a:r>
          </a:p>
          <a:p>
            <a:pPr>
              <a:spcBef>
                <a:spcPts val="500"/>
              </a:spcBef>
              <a:defRPr sz="1800">
                <a:solidFill>
                  <a:srgbClr val="000000"/>
                </a:solidFill>
              </a:defRPr>
            </a:pPr>
            <a:r>
              <a:t>✓ The subject is not obviously or directly represented</a:t>
            </a:r>
          </a:p>
          <a:p>
            <a:pPr>
              <a:spcBef>
                <a:spcPts val="500"/>
              </a:spcBef>
              <a:defRPr sz="1800">
                <a:solidFill>
                  <a:srgbClr val="000000"/>
                </a:solidFill>
              </a:defRPr>
            </a:pPr>
            <a:r>
              <a:t>✓ Example: Total Abstractions- non-representational or non-objective because they stray away from the reality. Not all abstracts are non-representational.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
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274320"/>
            <a:ext cx="32004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000000"/>
                </a:solidFill>
              </a:rPr>
              <a:t>The Subject and Content of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000000"/>
                </a:solidFill>
              </a:rPr>
              <a:t>THE CONTENT OF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</a:rPr>
              <a:t>It is the mass of ideas associated with each artwork and communicated through the following: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</a:rPr>
              <a:t>✓ 1. The art’s imagery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</a:rPr>
              <a:t>✓ 2. The symbolic meaning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</a:rPr>
              <a:t>✓ 3. Its surroundings where it is used or displayed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</a:rPr>
              <a:t>✓ 4. The customs, beliefs and values of the culture that uses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
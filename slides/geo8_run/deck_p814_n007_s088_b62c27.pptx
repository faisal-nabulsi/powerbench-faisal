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0"/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Principles of graphic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57200"/>
            <a:ext cx="5486400" cy="164592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74320"/>
          <a:lstStyle/>
          <a:p>
            <a:pPr algn="l">
              <a:defRPr sz="1800">
                <a:solidFill>
                  <a:srgbClr val="000000"/>
                </a:solidFill>
                <a:latin typeface="Arial"/>
              </a:defRPr>
            </a:pPr>
            <a:r>
              <a:t>The principles of graphic design related to the areas are,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560320"/>
            <a:ext cx="5486400" cy="109728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Arrangement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5486400" cy="10972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Proximity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5120640"/>
            <a:ext cx="5486400" cy="109728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Repetition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6400800"/>
            <a:ext cx="5486400" cy="10972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Contrast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7680960"/>
            <a:ext cx="5486400" cy="1097280"/>
          </a:xfrm>
          <a:prstGeom prst="rect">
            <a:avLst/>
          </a:prstGeom>
          <a:solidFill>
            <a:srgbClr val="00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Balance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
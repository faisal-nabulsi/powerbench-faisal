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  <a:buChar char="•"/>
            </a:pPr>
            <a:r>
              <a:t>Financial Literacy</a:t>
            </a:r>
          </a:p>
          <a:p>
            <a:pPr lvl="1">
              <a:defRPr sz="1600" b="0">
                <a:solidFill>
                  <a:srgbClr val="F0F0F0"/>
                </a:solidFill>
              </a:defRPr>
              <a:buChar char="–"/>
            </a:pPr>
            <a:r>
              <a:t>Skills include budgeting, saving, investing, and making informed financial decisions.</a:t>
            </a:r>
          </a:p>
          <a:p>
            <a:pPr>
              <a:defRPr sz="2200" b="1">
                <a:solidFill>
                  <a:srgbClr val="FFD700"/>
                </a:solidFill>
              </a:defRPr>
              <a:buChar char="•"/>
            </a:pPr>
            <a:r>
              <a:t>Leadership and Teamwork</a:t>
            </a:r>
          </a:p>
          <a:p>
            <a:pPr lvl="1">
              <a:defRPr sz="1600" b="0">
                <a:solidFill>
                  <a:srgbClr val="F0F0F0"/>
                </a:solidFill>
              </a:defRPr>
              <a:buChar char="–"/>
            </a:pPr>
            <a:r>
              <a:t>Leadership skills involve motivating and guiding others toward common goals.</a:t>
            </a:r>
          </a:p>
          <a:p>
            <a:pPr lvl="1">
              <a:defRPr sz="1600" b="0">
                <a:solidFill>
                  <a:srgbClr val="F0F0F0"/>
                </a:solidFill>
              </a:defRPr>
              <a:buChar char="–"/>
            </a:pPr>
            <a:r>
              <a:t>Teamwork skills enable collaboration and the ability to work effectively in diverse groups.</a:t>
            </a:r>
          </a:p>
          <a:p>
            <a:pPr>
              <a:defRPr sz="2200" b="1">
                <a:solidFill>
                  <a:srgbClr val="FFD700"/>
                </a:solidFill>
              </a:defRPr>
              <a:buChar char="•"/>
            </a:pPr>
            <a:r>
              <a:t>Time Management</a:t>
            </a:r>
          </a:p>
          <a:p>
            <a:pPr lvl="1">
              <a:defRPr sz="1600" b="0">
                <a:solidFill>
                  <a:srgbClr val="F0F0F0"/>
                </a:solidFill>
              </a:defRPr>
              <a:buChar char="–"/>
            </a:pPr>
            <a:r>
              <a:t>Effective time management and organizational skills improve productivity and reduce stress.</a:t>
            </a:r>
          </a:p>
          <a:p>
            <a:pPr>
              <a:defRPr sz="2200" b="1">
                <a:solidFill>
                  <a:srgbClr val="FFD700"/>
                </a:solidFill>
              </a:defRPr>
              <a:buChar char="•"/>
            </a:pPr>
            <a:r>
              <a:t>Creativity and Innovation</a:t>
            </a:r>
          </a:p>
          <a:p>
            <a:pPr lvl="1">
              <a:defRPr sz="1600" b="0">
                <a:solidFill>
                  <a:srgbClr val="F0F0F0"/>
                </a:solidFill>
              </a:defRPr>
              <a:buChar char="–"/>
            </a:pPr>
            <a:r>
              <a:t>These skills lead to the development of new ideas, products, and solutions.</a:t>
            </a:r>
          </a:p>
          <a:p>
            <a:pPr>
              <a:defRPr sz="2200" b="1">
                <a:solidFill>
                  <a:srgbClr val="FFD700"/>
                </a:solidFill>
              </a:defRPr>
              <a:buChar char="•"/>
            </a:pPr>
            <a:r>
              <a:t>Cultural Competence and Diversity</a:t>
            </a:r>
          </a:p>
          <a:p>
            <a:pPr lvl="1">
              <a:defRPr sz="1600" b="0">
                <a:solidFill>
                  <a:srgbClr val="F0F0F0"/>
                </a:solidFill>
              </a:defRPr>
              <a:buChar char="–"/>
            </a:pPr>
            <a:r>
              <a:t>In an increasingly globalized world, understanding and respecting cultural differences is essential.</a:t>
            </a:r>
          </a:p>
          <a:p>
            <a:pPr lvl="1">
              <a:defRPr sz="1600" b="0">
                <a:solidFill>
                  <a:srgbClr val="F0F0F0"/>
                </a:solidFill>
              </a:defRPr>
              <a:buChar char="–"/>
            </a:pPr>
            <a:r>
              <a:t>Cultural competence promotes inclusivity and effective interactions in multicultural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
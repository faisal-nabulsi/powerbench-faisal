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fillToFill>
      <a:gradFill>
        <a:lin ang="5400000" scaled="1"/>
        <a:gsLst>
          <a:gs pos="0">
            <a:srgbClr val="008080"/>
          </a:gs>
          <a:gs pos="100000">
            <a:srgbClr val="004d40"/>
          </a:gs>
        </a:gsLst>
      </a:gradFill>
    </p:fillToFill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
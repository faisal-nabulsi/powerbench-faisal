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57400"/>
            <a:ext cx="9144000" cy="2743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00FF"/>
                </a:solidFill>
              </a:defRPr>
            </a:pPr>
            <a:r>
              <a:t>BIG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14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</a:defRPr>
            </a:pPr>
            <a:r>
              <a:t>HOW DO MARKETS HELP US?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
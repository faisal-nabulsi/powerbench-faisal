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14400" y="457200"/>
            <a:ext cx="10360152" cy="914400"/>
          </a:xfrm>
          <a:prstGeom prst="rect">
            <a:avLst/>
          </a:prstGeom>
          <a:noFill/>
        </p:spPr>
        <p:txBody>
          <a:bodyPr wrap="square">
            <a:spAutoFit/>
          </a:bodyPr>
          <a:lstStyle/>
          <a:p>
            <a:pPr algn="ctr"/>
            <a:r>
              <a:rPr sz="3600" b="1">
                <a:solidFill>
                  <a:srgbClr val="FFFFFF"/>
                </a:solidFill>
                <a:latin typeface="Arial"/>
              </a:rPr>
              <a:t>Airbnb is all about people and not about the places at all.</a:t>
            </a:r>
          </a:p>
        </p:txBody>
      </p:sp>
      <p:sp>
        <p:nvSpPr>
          <p:cNvPr id="4" name="TextBox 3"/>
          <p:cNvSpPr txBox="1"/>
          <p:nvPr/>
        </p:nvSpPr>
        <p:spPr>
          <a:xfrm>
            <a:off x="914400" y="1371600"/>
            <a:ext cx="10360152" cy="1371600"/>
          </a:xfrm>
          <a:prstGeom prst="rect">
            <a:avLst/>
          </a:prstGeom>
          <a:noFill/>
        </p:spPr>
        <p:txBody>
          <a:bodyPr wrap="square">
            <a:spAutoFit/>
          </a:bodyPr>
          <a:lstStyle/>
          <a:p>
            <a:pPr algn="ctr"/>
            <a:r>
              <a:rPr sz="1800" b="0">
                <a:solidFill>
                  <a:srgbClr val="FFFFFF"/>
                </a:solidFill>
                <a:latin typeface="Arial"/>
              </a:rPr>
              <a:t>The passion of its founders and the love and generosity of people around the world was changing the culture of travel with places and personal experiences unlike any other. Belonging the world over was Airbnb’s truth and its differentiator.</a:t>
            </a:r>
          </a:p>
        </p:txBody>
      </p:sp>
      <p:sp>
        <p:nvSpPr>
          <p:cNvPr id="5" name="TextBox 4"/>
          <p:cNvSpPr txBox="1"/>
          <p:nvPr/>
        </p:nvSpPr>
        <p:spPr>
          <a:xfrm>
            <a:off x="0" y="2743200"/>
            <a:ext cx="9144000" cy="1371600"/>
          </a:xfrm>
          <a:prstGeom prst="rect">
            <a:avLst/>
          </a:prstGeom>
          <a:noFill/>
        </p:spPr>
        <p:txBody>
          <a:bodyPr wrap="square">
            <a:spAutoFit/>
          </a:bodyPr>
          <a:lstStyle/>
          <a:p>
            <a:pPr algn="ctr"/>
            <a:r>
              <a:rPr sz="4800" b="1">
                <a:solidFill>
                  <a:srgbClr val="FFFFFF"/>
                </a:solidFill>
                <a:latin typeface="Arial"/>
              </a:rPr>
              <a:t>IT'S ABOUT THE PEOPLE, NOT THE PLACES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
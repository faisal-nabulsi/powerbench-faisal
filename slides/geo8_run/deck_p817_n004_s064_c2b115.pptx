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0" y="914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Blockchain Technology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
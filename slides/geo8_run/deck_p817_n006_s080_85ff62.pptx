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0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Global and Local Cultural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Global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indent="-36000" marL="72000">
              <a:defRPr sz="1800">
                <a:solidFill>
                  <a:srgbClr val="000000"/>
                </a:solidFill>
              </a:defRPr>
              <a:defBullet char="•"/>
            </a:pPr>
            <a:r>
              <a:t>Those products that are marketed internationally under the same brand name, features and specifications across countries.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389120"/>
            <a:ext cx="2011680" cy="20116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389120"/>
            <a:ext cx="2011680" cy="20116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389120"/>
            <a:ext cx="2011680" cy="20116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38912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
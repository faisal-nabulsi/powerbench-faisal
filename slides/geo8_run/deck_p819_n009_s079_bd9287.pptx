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5029200" cy="54864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</a:rPr>
              <a:t>The Subject and Content of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82296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Still Life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828800"/>
            <a:ext cx="4114800" cy="3200400"/>
          </a:xfrm>
          <a:prstGeom prst="rect">
            <a:avLst/>
          </a:prstGeom>
          <a:ln w="137160">
            <a:solidFill>
              <a:srgbClr val="FFFFFF"/>
            </a:solidFill>
          </a:ln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47" y="1828800"/>
            <a:ext cx="4114800" cy="3200400"/>
          </a:xfrm>
          <a:prstGeom prst="rect">
            <a:avLst/>
          </a:prstGeom>
          <a:ln w="137160">
            <a:solidFill>
              <a:srgbClr val="FFFFFF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
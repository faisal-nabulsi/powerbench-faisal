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IMPORTANCE OF SKILLS BEYOND ACADEMICS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</a:rPr>
              <a:t>• Effective Communication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FFFF32"/>
                </a:solidFill>
              </a:rPr>
              <a:t>      • Strong communication skills encompass the ability to convey ideas clearly, listen actively, and adapt communication styles to different audiences.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</a:rPr>
              <a:t>• Problem Solving and Critical Thinking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FFFF32"/>
                </a:solidFill>
              </a:rPr>
              <a:t>      • Critical thinking skills enable individuals to analyze information, evaluate options, and make informed decisions.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FFFF32"/>
                </a:solidFill>
              </a:rPr>
              <a:t>      • Problem-solving skills are essential for addressing challenges and finding innovative solutions in a wide range of situations.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</a:rPr>
              <a:t>• Emotional Intelligence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FFFF32"/>
                </a:solidFill>
              </a:rPr>
              <a:t>      • Emotional intelligence enhances empathy, interpersonal relationships, and the ability to work effectively in teams.</a:t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</a:rPr>
              <a:t>• Adaptability and Resilience</a:t>
            </a: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FFFF32"/>
                </a:solidFill>
              </a:rPr>
              <a:t>      • These skills help individuals navigate unexpected setbacks, cope with stress, and embrace change as an opportunity for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
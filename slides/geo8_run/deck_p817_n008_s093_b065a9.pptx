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Choose true (T), false (F), or not given (N) according to the information in the video.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777148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761695"/>
                <a:gridCol w="761695"/>
                <a:gridCol w="761695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Statement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1. Phoebe sarcastically says that Sarah is a monster for her etiquette.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2. Joey prefers eating French fries with his fingers.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3. Rachel is surprised to hear about Joey’s food sharing rule.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57200"/>
            <a:ext cx="3200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0" y="5943600"/>
            <a:ext cx="2286000" cy="548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VIEWING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
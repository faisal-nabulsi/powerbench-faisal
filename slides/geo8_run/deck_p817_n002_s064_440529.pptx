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560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'DATE GONE WRONG' STORY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"/>
            <a:ext cx="201168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
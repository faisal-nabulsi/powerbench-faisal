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PRONUNCIATION ACTIVITY</a:t>
            </a:r>
            <a:r>
              <a:rPr sz="4800" b="1">
                <a:solidFill>
                  <a:srgbClr val="FFFFFF"/>
                </a:solidFill>
              </a:rPr>
              <a:t/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2743200"/>
            <a:ext cx="1371600" cy="137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18288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
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Three perspectives on global cultural flows: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1. CULTURAL DIFFERENTIALISM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emphasizes the fact that cultures are essentially different and are only superficially affected by global flows.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It also involves barriers that prevent flows that serve to make cultures more a line; cultures tend to remain stubbornly different from one another.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
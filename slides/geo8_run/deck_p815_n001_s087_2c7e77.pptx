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B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5 Stages of Development of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04B"/>
                </a:solidFill>
              </a:defRPr>
            </a:pPr>
            <a:r>
              <a:t>1. ORAL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• Language allowed humans to communicate and share information.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• Language became the most important tool for exploring the world and different cultures.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57200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
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5E85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333333"/>
                </a:solidFill>
              </a:defRPr>
            </a:pPr>
            <a:r>
              <a:t>Read the provided dialogue excerpts and categorize the examples of Past Simple and Past Continuous in the table below.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560320"/>
                <a:gridCol w="2560320"/>
                <a:gridCol w="109728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Dialogue Excerpt</a:t>
                      </a:r>
                    </a:p>
                  </a:txBody>
                  <a:tcPr>
                    <a:solidFill>
                      <a:srgbClr val="1A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Past Simple</a:t>
                      </a:r>
                    </a:p>
                  </a:txBody>
                  <a:tcPr>
                    <a:solidFill>
                      <a:srgbClr val="1A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Past Continuous</a:t>
                      </a:r>
                    </a:p>
                  </a:txBody>
                  <a:tcPr>
                    <a:solidFill>
                      <a:srgbClr val="1A5E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 / Notes</a:t>
                      </a:r>
                    </a:p>
                  </a:txBody>
                  <a:tcPr>
                    <a:solidFill>
                      <a:srgbClr val="1A5E8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 i="1">
                          <a:solidFill>
                            <a:srgbClr val="333333"/>
                          </a:solidFill>
                        </a:defRPr>
                      </a:pPr>
                      <a:r>
                        <a:t>"I was waiting for the bus when it started raining."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 i="1">
                          <a:solidFill>
                            <a:srgbClr val="333333"/>
                          </a:solidFill>
                        </a:defRPr>
                      </a:pPr>
                      <a:r>
                        <a:t>"She called me while I was cooking dinner."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 i="1">
                          <a:solidFill>
                            <a:srgbClr val="333333"/>
                          </a:solidFill>
                        </a:defRPr>
                      </a:pPr>
                      <a:r>
                        <a:t>"They played football after school yesterday."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200" i="1">
                          <a:solidFill>
                            <a:srgbClr val="333333"/>
                          </a:solidFill>
                        </a:defRPr>
                      </a:pPr>
                      <a:r>
                        <a:t>"He was reading a book when the phone rang."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>
                        <a:defRPr sz="1200">
                          <a:solidFill>
                            <a:srgbClr val="888888"/>
                          </a:solidFill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
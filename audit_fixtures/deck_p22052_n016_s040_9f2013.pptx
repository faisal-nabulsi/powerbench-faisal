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Now: I, 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800"/>
              </a:spcAft>
            </a:pPr>
            <a:r>
              <a:rPr sz="2400">
                <a:solidFill>
                  <a:srgbClr val="FFFFFF"/>
                </a:solidFill>
              </a:rPr>
              <a:t>Differentiate between different types of market</a:t>
            </a:r>
          </a:p>
          <a:p>
            <a:pPr>
              <a:spcAft>
                <a:spcPts val="1800"/>
              </a:spcAft>
            </a:pPr>
            <a:r>
              <a:rPr sz="2400">
                <a:solidFill>
                  <a:srgbClr val="FFFFFF"/>
                </a:solidFill>
              </a:rPr>
              <a:t>Explain why society needs different types of market,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
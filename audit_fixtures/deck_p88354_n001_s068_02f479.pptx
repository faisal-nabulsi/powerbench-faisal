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Blockchain in Cryptocurrency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/>
            <a:r>
              <a:rPr sz="2200" b="1"/>
              <a:t>Definition:</a:t>
            </a:r>
          </a:p>
          <a:p>
            <a:pPr lvl="1"/>
            <a:r>
              <a:rPr sz="1800" b="0"/>
              <a:t>A decentralized, distributed ledger technology that records transactions across multiple computers to ensure data cannot be altered retroactively.</a:t>
            </a:r>
          </a:p>
          <a:p>
            <a:pPr/>
            <a:r>
              <a:rPr sz="2200" b="1"/>
              <a:t>Application:</a:t>
            </a:r>
          </a:p>
          <a:p>
            <a:pPr lvl="1"/>
            <a:r>
              <a:rPr sz="1800" b="0"/>
              <a:t>Used for secure financial transactions, smart contracts, supply chain tracking, and digital identity management without intermediaries.</a:t>
            </a:r>
          </a:p>
          <a:p>
            <a:pPr/>
            <a:r>
              <a:rPr sz="2200" b="1"/>
              <a:t>Governance:</a:t>
            </a:r>
          </a:p>
          <a:p>
            <a:pPr lvl="1"/>
            <a:r>
              <a:rPr sz="1800" b="0"/>
              <a:t>Managed by consensus mechanisms (e.g., Proof of Work, Proof of Stake) where network nodes validate and agree on the state of the ledger.</a:t>
            </a:r>
          </a:p>
          <a:p>
            <a:pPr/>
            <a:r>
              <a:rPr sz="2200" b="1"/>
              <a:t>Differences from Cryptocurrency:</a:t>
            </a:r>
          </a:p>
          <a:p>
            <a:pPr lvl="1"/>
            <a:r>
              <a:rPr sz="1800" b="0"/>
              <a:t>Blockchain is the underlying technology (the ledger), whereas cryptocurrency (like Bitcoin) is the digital asset or currency operating on that blockchain.</a:t>
            </a:r>
          </a:p>
          <a:p>
            <a:pPr/>
            <a:r>
              <a:rPr sz="2200" b="1"/>
              <a:t>Decentralization:</a:t>
            </a:r>
          </a:p>
          <a:p>
            <a:pPr lvl="1"/>
            <a:r>
              <a:rPr sz="1800" b="0"/>
              <a:t>Eliminates reliance on a central authority (like a bank) by distributing control and data storage across a global network of computers.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029200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
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Calibri"/>
              </a:rPr>
              <a:t>Types of Graphic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b="1" sz="2800">
                <a:solidFill>
                  <a:srgbClr val="F59E0B"/>
                </a:solidFill>
                <a:latin typeface="Calibri"/>
              </a:rPr>
              <a:t>Brand Identity Design  </a:t>
            </a:r>
            <a:r>
              <a:rPr b="0" sz="2400">
                <a:solidFill>
                  <a:srgbClr val="FFFFFF"/>
                </a:solidFill>
                <a:latin typeface="Calibri"/>
              </a:rPr>
              <a:t>Creating logos, typography, and visual aesthetics that define a company.</a:t>
            </a:r>
          </a:p>
          <a:p>
            <a:pPr algn="l">
              <a:spcAft>
                <a:spcPts val="1200"/>
              </a:spcAft>
            </a:pPr>
            <a:r>
              <a:rPr b="1" sz="2800">
                <a:solidFill>
                  <a:srgbClr val="F59E0B"/>
                </a:solidFill>
                <a:latin typeface="Calibri"/>
              </a:rPr>
              <a:t>Print Design  </a:t>
            </a:r>
            <a:r>
              <a:rPr b="0" sz="2400">
                <a:solidFill>
                  <a:srgbClr val="FFFFFF"/>
                </a:solidFill>
                <a:latin typeface="Calibri"/>
              </a:rPr>
              <a:t>Designing magazines, brochures, packaging, and posters for physical media.</a:t>
            </a:r>
          </a:p>
          <a:p>
            <a:pPr algn="l">
              <a:spcAft>
                <a:spcPts val="1200"/>
              </a:spcAft>
            </a:pPr>
            <a:r>
              <a:rPr b="1" sz="2800">
                <a:solidFill>
                  <a:srgbClr val="F59E0B"/>
                </a:solidFill>
                <a:latin typeface="Calibri"/>
              </a:rPr>
              <a:t>Digital &amp; Web Design  </a:t>
            </a:r>
            <a:r>
              <a:rPr b="0" sz="2400">
                <a:solidFill>
                  <a:srgbClr val="FFFFFF"/>
                </a:solidFill>
                <a:latin typeface="Calibri"/>
              </a:rPr>
              <a:t>Developing user interfaces (UI), websites, and interactive media.</a:t>
            </a:r>
          </a:p>
          <a:p>
            <a:pPr algn="l">
              <a:spcAft>
                <a:spcPts val="1200"/>
              </a:spcAft>
            </a:pPr>
            <a:r>
              <a:rPr b="1" sz="2800">
                <a:solidFill>
                  <a:srgbClr val="F59E0B"/>
                </a:solidFill>
                <a:latin typeface="Calibri"/>
              </a:rPr>
              <a:t>Environmental Design  </a:t>
            </a:r>
            <a:r>
              <a:rPr b="0" sz="2400">
                <a:solidFill>
                  <a:srgbClr val="FFFFFF"/>
                </a:solidFill>
                <a:latin typeface="Calibri"/>
              </a:rPr>
              <a:t>Crafting signage, wayfinding systems, and graphics for physical spaces.</a:t>
            </a:r>
          </a:p>
          <a:p>
            <a:pPr algn="l">
              <a:spcAft>
                <a:spcPts val="1200"/>
              </a:spcAft>
            </a:pPr>
            <a:r>
              <a:rPr b="1" sz="2800">
                <a:solidFill>
                  <a:srgbClr val="F59E0B"/>
                </a:solidFill>
                <a:latin typeface="Calibri"/>
              </a:rPr>
              <a:t>Motion Graphics  </a:t>
            </a:r>
            <a:r>
              <a:rPr b="0" sz="2400">
                <a:solidFill>
                  <a:srgbClr val="FFFFFF"/>
                </a:solidFill>
                <a:latin typeface="Calibri"/>
              </a:rPr>
              <a:t>Producing animated logo sequences, video titles, and special effects.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
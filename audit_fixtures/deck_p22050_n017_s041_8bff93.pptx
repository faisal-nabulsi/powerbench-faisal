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2286000" cy="2286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54864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</a:rPr>
              <a:t>Types of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
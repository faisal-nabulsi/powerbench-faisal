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PART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Instruction: Read the dialogue excerpts below. Identify and categorize the verb examples into Past Simple and Past Continuous in the 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594360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943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Dialogue Excerpts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Excerpt A:</a:t>
            </a:r>
            <a:br/>
            <a:r>
              <a:t>"Hey, what were you doing yesterday evening when I called?"</a:t>
            </a:r>
            <a:br/>
            <a:r>
              <a:t>"Oh, I was watching a movie. I didn't hear the phone ring."</a:t>
            </a:r>
            <a:br/>
            <a:br/>
            <a:r>
              <a:t>Excerpt B:</a:t>
            </a:r>
            <a:br/>
            <a:r>
              <a:t>"While I was walking to the store, I saw John. He was running towards me."</a:t>
            </a:r>
            <a:br/>
            <a:r>
              <a:t>"Did you ask him where he was going?"</a:t>
            </a:r>
            <a:br/>
            <a:r>
              <a:t>"No, we just waved hello."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228600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371600"/>
              </a:tblGrid>
              <a:tr h="587828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Verb Phrase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Tense 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Key Marker/Context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"were doing"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228B22"/>
                          </a:solidFill>
                          <a:latin typeface="Calibri"/>
                        </a:rPr>
                        <a:t>Past Continuous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Interrupted action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"was watching"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228B22"/>
                          </a:solidFill>
                          <a:latin typeface="Calibri"/>
                        </a:rPr>
                        <a:t>Past Continuous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Background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"called"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003366"/>
                          </a:solidFill>
                          <a:latin typeface="Calibri"/>
                        </a:rPr>
                        <a:t>Past Simple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Interruption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"saw"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003366"/>
                          </a:solidFill>
                          <a:latin typeface="Calibri"/>
                        </a:rPr>
                        <a:t>Past Simple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Completed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"was running"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228B22"/>
                          </a:solidFill>
                          <a:latin typeface="Calibri"/>
                        </a:rPr>
                        <a:t>Past Continuous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Simultaneous action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"waved"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003366"/>
                          </a:solidFill>
                          <a:latin typeface="Calibri"/>
                        </a:rPr>
                        <a:t>Past Simple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Sequential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
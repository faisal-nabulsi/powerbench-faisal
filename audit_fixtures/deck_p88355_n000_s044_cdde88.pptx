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011680" cy="502920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2800" b="1">
                <a:solidFill>
                  <a:srgbClr val="FFFFFF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2004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6B"/>
                </a:solidFill>
              </a:defRPr>
            </a:pPr>
            <a:r>
              <a:t>Past Simple &amp; Past Continuous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i="1">
                <a:solidFill>
                  <a:srgbClr val="4A5568"/>
                </a:solidFill>
              </a:defRPr>
            </a:pPr>
            <a:r>
              <a:t>Instructions: Read the dialogue excerpts below, then categorize the examples into the correct column — Past Simple or Past Continuous.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6B"/>
                </a:solidFill>
              </a:defRPr>
            </a:pPr>
            <a:r>
              <a:t>Dialogue Excerpts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1.  "They were playing football when it started to rain."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791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2.  "She watched a movie last night and fell asleep halfway through."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181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3.  "While I was walking home, I saw my friend across the street."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5701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4.  "He broke his leg when he was skiing in the Alps."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959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5.  "The phone rang while they were having dinner."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89204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Past Simple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Past Continuous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rained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playing</a:t>
                      </a:r>
                    </a:p>
                  </a:txBody>
                  <a:tcPr anchor="ctr">
                    <a:solidFill>
                      <a:srgbClr val="E5EE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watched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E5EE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fell asleep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was walking</a:t>
                      </a:r>
                    </a:p>
                  </a:txBody>
                  <a:tcPr anchor="ctr">
                    <a:solidFill>
                      <a:srgbClr val="E5EE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A8597"/>
                </a:solidFill>
              </a:defRPr>
            </a:pPr>
            <a:r>
              <a:t>Tip: Past Simple = completed actions  |  Past Continuous = ongoing actions at a specific time in the past.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
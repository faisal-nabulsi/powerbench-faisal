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  <a:ln>
            <a:noFill/>
          </a:ln>
        </p:spPr>
      </p:pic>
      <p:sp>
        <p:nvSpPr>
          <p:cNvPr id="5" name="Oval 4"/>
          <p:cNvSpPr/>
          <p:nvPr/>
        </p:nvSpPr>
        <p:spPr>
          <a:xfrm>
            <a:off x="4572000" y="0"/>
            <a:ext cx="1828800" cy="6858000"/>
          </a:xfrm>
          <a:prstGeom prst="ellipse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Transportation and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
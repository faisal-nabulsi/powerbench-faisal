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4200" b="1">
                <a:solidFill>
                  <a:srgbClr val="FFFFFF"/>
                </a:solidFill>
              </a:rPr>
              <a:t>Types of Graphic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sz="2600" b="1">
                <a:solidFill>
                  <a:srgbClr val="0369A1"/>
                </a:solidFill>
              </a:rPr>
              <a:t>• Brand Identity Design
</a:t>
            </a:r>
            <a:r>
              <a:rPr sz="2000">
                <a:solidFill>
                  <a:srgbClr val="374151"/>
                </a:solidFill>
              </a:rPr>
              <a:t>Creates cohesive visual systems including logos, typography, and color palettes to represent a company's values and reputation.</a:t>
            </a:r>
          </a:p>
          <a:p>
            <a:pPr algn="l">
              <a:spcBef>
                <a:spcPts val="1200"/>
              </a:spcBef>
            </a:pPr>
            <a:r>
              <a:rPr sz="2600" b="1">
                <a:solidFill>
                  <a:srgbClr val="0369A1"/>
                </a:solidFill>
              </a:rPr>
              <a:t>• Marketing &amp; Advertising Design
</a:t>
            </a:r>
            <a:r>
              <a:rPr sz="2000">
                <a:solidFill>
                  <a:srgbClr val="374151"/>
                </a:solidFill>
              </a:rPr>
              <a:t>Produces engaging visuals for campaigns, digital media, and print materials to attract audiences and drive conversions.</a:t>
            </a:r>
          </a:p>
          <a:p>
            <a:pPr algn="l">
              <a:spcBef>
                <a:spcPts val="1200"/>
              </a:spcBef>
            </a:pPr>
            <a:r>
              <a:rPr sz="2600" b="1">
                <a:solidFill>
                  <a:srgbClr val="0369A1"/>
                </a:solidFill>
              </a:rPr>
              <a:t>• User Interface (UI) Design
</a:t>
            </a:r>
            <a:r>
              <a:rPr sz="2000">
                <a:solidFill>
                  <a:srgbClr val="374151"/>
                </a:solidFill>
              </a:rPr>
              <a:t>Focuses on crafting intuitive, aesthetically pleasing layouts for websites and apps that enhance user interaction and navigation.</a:t>
            </a:r>
          </a:p>
          <a:p>
            <a:pPr algn="l">
              <a:spcBef>
                <a:spcPts val="1200"/>
              </a:spcBef>
            </a:pPr>
            <a:r>
              <a:rPr sz="2600" b="1">
                <a:solidFill>
                  <a:srgbClr val="0369A1"/>
                </a:solidFill>
              </a:rPr>
              <a:t>• Packaging Design
</a:t>
            </a:r>
            <a:r>
              <a:rPr sz="2000">
                <a:solidFill>
                  <a:srgbClr val="374151"/>
                </a:solidFill>
              </a:rPr>
              <a:t>Develops functional and eye-catching product packaging that communicates brand messaging while standing out on retail shelves.</a:t>
            </a:r>
          </a:p>
          <a:p>
            <a:pPr algn="l">
              <a:spcBef>
                <a:spcPts val="1200"/>
              </a:spcBef>
            </a:pPr>
            <a:r>
              <a:rPr sz="2600" b="1">
                <a:solidFill>
                  <a:srgbClr val="0369A1"/>
                </a:solidFill>
              </a:rPr>
              <a:t>• Motion Graphics &amp; Animation
</a:t>
            </a:r>
            <a:r>
              <a:rPr sz="2000">
                <a:solidFill>
                  <a:srgbClr val="374151"/>
                </a:solidFill>
              </a:rPr>
              <a:t>Combines video, animation, and sound to create dynamic visual experiences for advertisements, presentations, and social media.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